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4" r:id="rId1"/>
  </p:sldMasterIdLst>
  <p:notesMasterIdLst>
    <p:notesMasterId r:id="rId27"/>
  </p:notesMasterIdLst>
  <p:sldIdLst>
    <p:sldId id="295" r:id="rId2"/>
    <p:sldId id="302" r:id="rId3"/>
    <p:sldId id="257" r:id="rId4"/>
    <p:sldId id="258" r:id="rId5"/>
    <p:sldId id="296" r:id="rId6"/>
    <p:sldId id="274" r:id="rId7"/>
    <p:sldId id="262" r:id="rId8"/>
    <p:sldId id="259" r:id="rId9"/>
    <p:sldId id="281" r:id="rId10"/>
    <p:sldId id="282" r:id="rId11"/>
    <p:sldId id="288" r:id="rId12"/>
    <p:sldId id="299" r:id="rId13"/>
    <p:sldId id="264" r:id="rId14"/>
    <p:sldId id="300" r:id="rId15"/>
    <p:sldId id="301" r:id="rId16"/>
    <p:sldId id="294" r:id="rId17"/>
    <p:sldId id="277" r:id="rId18"/>
    <p:sldId id="266" r:id="rId19"/>
    <p:sldId id="267" r:id="rId20"/>
    <p:sldId id="268" r:id="rId21"/>
    <p:sldId id="269" r:id="rId22"/>
    <p:sldId id="297" r:id="rId23"/>
    <p:sldId id="270" r:id="rId24"/>
    <p:sldId id="271" r:id="rId25"/>
    <p:sldId id="273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Energy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909-4B9E-BE75-E69A06394B1A}"/>
              </c:ext>
            </c:extLst>
          </c:dPt>
          <c:dPt>
            <c:idx val="1"/>
            <c:bubble3D val="0"/>
            <c:spPr>
              <a:solidFill>
                <a:srgbClr val="D98A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909-4B9E-BE75-E69A06394B1A}"/>
              </c:ext>
            </c:extLst>
          </c:dPt>
          <c:dPt>
            <c:idx val="2"/>
            <c:bubble3D val="0"/>
            <c:spPr>
              <a:solidFill>
                <a:srgbClr val="1F8A7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909-4B9E-BE75-E69A06394B1A}"/>
              </c:ext>
            </c:extLst>
          </c:dPt>
          <c:dPt>
            <c:idx val="3"/>
            <c:bubble3D val="0"/>
            <c:spPr>
              <a:solidFill>
                <a:srgbClr val="C9D6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909-4B9E-BE75-E69A06394B1A}"/>
              </c:ext>
            </c:extLst>
          </c:dPt>
          <c:cat>
            <c:strRef>
              <c:f>Sheet1!$A$2:$A$5</c:f>
              <c:strCache>
                <c:ptCount val="4"/>
                <c:pt idx="0">
                  <c:v>Conveyor</c:v>
                </c:pt>
                <c:pt idx="1">
                  <c:v>Sensors + PLC</c:v>
                </c:pt>
                <c:pt idx="2">
                  <c:v>Pneumatic</c:v>
                </c:pt>
                <c:pt idx="3">
                  <c:v>XY10 steppers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90.1</c:v>
                </c:pt>
                <c:pt idx="1">
                  <c:v>6.6</c:v>
                </c:pt>
                <c:pt idx="2">
                  <c:v>3.3</c:v>
                </c:pt>
                <c:pt idx="3">
                  <c:v>1E-4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909-4B9E-BE75-E69A06394B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A41"/>
              </a:solidFill>
              <a:latin typeface="Calibri"/>
              <a:cs typeface="Calibri"/>
            </a:defRPr>
          </a:pPr>
          <a:endParaRPr lang="fr-F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BC4602-F916-4561-94F0-1174EF718920}" type="doc">
      <dgm:prSet loTypeId="urn:microsoft.com/office/officeart/2005/8/layout/bProcess4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A19B1A2E-66A5-48B7-80CD-7064159DA0D2}">
      <dgm:prSet phldrT="[Texte]"/>
      <dgm:spPr>
        <a:solidFill>
          <a:schemeClr val="tx2">
            <a:lumMod val="50000"/>
          </a:schemeClr>
        </a:solidFill>
        <a:ln>
          <a:solidFill>
            <a:srgbClr val="00B0F0"/>
          </a:solidFill>
        </a:ln>
      </dgm:spPr>
      <dgm:t>
        <a:bodyPr/>
        <a:lstStyle/>
        <a:p>
          <a:pPr>
            <a:buNone/>
          </a:pPr>
          <a:r>
            <a:rPr lang="en-US" b="1" spc="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Trebuchet MS" pitchFamily="34" charset="-122"/>
              <a:cs typeface="Trebuchet MS" pitchFamily="34" charset="-120"/>
            </a:rPr>
            <a:t>THE MISSION</a:t>
          </a:r>
          <a:endParaRPr lang="fr-FR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7B717E7-21D8-4669-8696-9E86DD0081CC}" type="parTrans" cxnId="{15BAB6F0-FEA8-4ABB-B147-ACDA636B65FF}">
      <dgm:prSet/>
      <dgm:spPr/>
      <dgm:t>
        <a:bodyPr/>
        <a:lstStyle/>
        <a:p>
          <a:endParaRPr lang="fr-FR"/>
        </a:p>
      </dgm:t>
    </dgm:pt>
    <dgm:pt modelId="{C1741461-3621-488D-B395-5C804300F421}" type="sibTrans" cxnId="{15BAB6F0-FEA8-4ABB-B147-ACDA636B65FF}">
      <dgm:prSet/>
      <dgm:spPr/>
      <dgm:t>
        <a:bodyPr/>
        <a:lstStyle/>
        <a:p>
          <a:endParaRPr lang="fr-FR"/>
        </a:p>
      </dgm:t>
    </dgm:pt>
    <dgm:pt modelId="{6F73FBD5-8E5D-43A2-8F18-2CF31141E1E0}">
      <dgm:prSet phldrT="[Texte]"/>
      <dgm:spPr>
        <a:solidFill>
          <a:schemeClr val="tx2">
            <a:lumMod val="75000"/>
          </a:schemeClr>
        </a:solidFill>
        <a:ln>
          <a:solidFill>
            <a:srgbClr val="00B0F0"/>
          </a:solidFill>
        </a:ln>
      </dgm:spPr>
      <dgm:t>
        <a:bodyPr/>
        <a:lstStyle/>
        <a:p>
          <a:pPr>
            <a:buNone/>
          </a:pPr>
          <a:r>
            <a:rPr lang="en-US" b="1" spc="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Trebuchet MS" pitchFamily="34" charset="-122"/>
              <a:cs typeface="Trebuchet MS" pitchFamily="34" charset="-120"/>
            </a:rPr>
            <a:t>THE SYSTEM</a:t>
          </a:r>
          <a:endParaRPr lang="fr-F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5B5CF79-D05D-48BB-9398-ECA126501B08}" type="parTrans" cxnId="{AD490C9E-C1E6-47B0-A096-BE6206AB29D0}">
      <dgm:prSet/>
      <dgm:spPr/>
      <dgm:t>
        <a:bodyPr/>
        <a:lstStyle/>
        <a:p>
          <a:endParaRPr lang="fr-FR"/>
        </a:p>
      </dgm:t>
    </dgm:pt>
    <dgm:pt modelId="{4105248A-EBAD-4626-A94E-C82BA2970CBD}" type="sibTrans" cxnId="{AD490C9E-C1E6-47B0-A096-BE6206AB29D0}">
      <dgm:prSet/>
      <dgm:spPr/>
      <dgm:t>
        <a:bodyPr/>
        <a:lstStyle/>
        <a:p>
          <a:endParaRPr lang="fr-FR"/>
        </a:p>
      </dgm:t>
    </dgm:pt>
    <dgm:pt modelId="{7C94F4BF-9CF5-49A1-A38A-77FCEA7C2DFC}">
      <dgm:prSet phldrT="[Texte]"/>
      <dgm:spPr>
        <a:solidFill>
          <a:schemeClr val="accent1">
            <a:lumMod val="50000"/>
          </a:schemeClr>
        </a:solidFill>
        <a:ln>
          <a:solidFill>
            <a:schemeClr val="accent5">
              <a:lumMod val="75000"/>
            </a:schemeClr>
          </a:solidFill>
        </a:ln>
      </dgm:spPr>
      <dgm:t>
        <a:bodyPr/>
        <a:lstStyle/>
        <a:p>
          <a:pPr>
            <a:buNone/>
          </a:pPr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SPATIAL REPRESENTATION</a:t>
          </a:r>
          <a:endParaRPr lang="fr-F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453447C-5018-43E4-BBD5-A979A1218AED}" type="parTrans" cxnId="{4507DDFD-904A-4BC6-BB44-40A98F167619}">
      <dgm:prSet/>
      <dgm:spPr/>
      <dgm:t>
        <a:bodyPr/>
        <a:lstStyle/>
        <a:p>
          <a:endParaRPr lang="fr-FR"/>
        </a:p>
      </dgm:t>
    </dgm:pt>
    <dgm:pt modelId="{A7C933FE-A0E5-40CD-B72E-A2938950012C}" type="sibTrans" cxnId="{4507DDFD-904A-4BC6-BB44-40A98F167619}">
      <dgm:prSet/>
      <dgm:spPr/>
      <dgm:t>
        <a:bodyPr/>
        <a:lstStyle/>
        <a:p>
          <a:endParaRPr lang="fr-FR"/>
        </a:p>
      </dgm:t>
    </dgm:pt>
    <dgm:pt modelId="{EEC96CBF-CF43-43ED-9A1D-C54AB4658AF3}">
      <dgm:prSet phldrT="[Texte]"/>
      <dgm:spPr>
        <a:solidFill>
          <a:schemeClr val="accent1">
            <a:lumMod val="75000"/>
          </a:schemeClr>
        </a:solidFill>
        <a:ln>
          <a:solidFill>
            <a:schemeClr val="accent5">
              <a:lumMod val="75000"/>
            </a:schemeClr>
          </a:solidFill>
        </a:ln>
      </dgm:spPr>
      <dgm:t>
        <a:bodyPr/>
        <a:lstStyle/>
        <a:p>
          <a:r>
            <a:rPr lang="fr-FR" b="1" dirty="0">
              <a:effectLst/>
              <a:latin typeface="Trebuchet MS" panose="020B0603020202020204" pitchFamily="34" charset="0"/>
            </a:rPr>
            <a:t>WORKFLOW</a:t>
          </a:r>
          <a:endParaRPr lang="fr-FR" dirty="0">
            <a:effectLst/>
          </a:endParaRPr>
        </a:p>
      </dgm:t>
    </dgm:pt>
    <dgm:pt modelId="{5728DD35-5FF2-452B-9822-DA420B65CF1E}" type="parTrans" cxnId="{0583F9D6-A386-433A-8AE8-2EE0F180EE60}">
      <dgm:prSet/>
      <dgm:spPr/>
      <dgm:t>
        <a:bodyPr/>
        <a:lstStyle/>
        <a:p>
          <a:endParaRPr lang="fr-FR"/>
        </a:p>
      </dgm:t>
    </dgm:pt>
    <dgm:pt modelId="{D5111677-96E7-41A1-8EE1-04EFD1CFF661}" type="sibTrans" cxnId="{0583F9D6-A386-433A-8AE8-2EE0F180EE60}">
      <dgm:prSet/>
      <dgm:spPr/>
      <dgm:t>
        <a:bodyPr/>
        <a:lstStyle/>
        <a:p>
          <a:endParaRPr lang="fr-FR"/>
        </a:p>
      </dgm:t>
    </dgm:pt>
    <dgm:pt modelId="{35997C89-6974-4F4D-B60D-B6EDCAA6B936}">
      <dgm:prSet phldrT="[Texte]"/>
      <dgm:spPr>
        <a:solidFill>
          <a:schemeClr val="tx2">
            <a:lumMod val="40000"/>
            <a:lumOff val="60000"/>
          </a:schemeClr>
        </a:solidFill>
        <a:ln>
          <a:solidFill>
            <a:schemeClr val="tx2">
              <a:lumMod val="75000"/>
            </a:schemeClr>
          </a:solidFill>
        </a:ln>
      </dgm:spPr>
      <dgm:t>
        <a:bodyPr/>
        <a:lstStyle/>
        <a:p>
          <a:r>
            <a:rPr lang="en-US" b="1" spc="2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Trebuchet MS" pitchFamily="34" charset="-122"/>
              <a:cs typeface="Trebuchet MS" pitchFamily="34" charset="-120"/>
            </a:rPr>
            <a:t>MULTIPHYSICS MODELS</a:t>
          </a:r>
          <a:endParaRPr lang="fr-FR" dirty="0">
            <a:solidFill>
              <a:schemeClr val="accent1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628D424-AA2C-4EE1-9224-DEC7544911EB}" type="parTrans" cxnId="{88FD3588-3BD7-481E-AB5A-2B5FAF1ADFD4}">
      <dgm:prSet/>
      <dgm:spPr/>
      <dgm:t>
        <a:bodyPr/>
        <a:lstStyle/>
        <a:p>
          <a:endParaRPr lang="fr-FR"/>
        </a:p>
      </dgm:t>
    </dgm:pt>
    <dgm:pt modelId="{C77A0B72-BBC5-410C-A6D3-CF796114A480}" type="sibTrans" cxnId="{88FD3588-3BD7-481E-AB5A-2B5FAF1ADFD4}">
      <dgm:prSet/>
      <dgm:spPr/>
      <dgm:t>
        <a:bodyPr/>
        <a:lstStyle/>
        <a:p>
          <a:endParaRPr lang="fr-FR"/>
        </a:p>
      </dgm:t>
    </dgm:pt>
    <dgm:pt modelId="{CBA39CA0-27DF-4267-82CE-6202AC19AA98}">
      <dgm:prSet phldrT="[Texte]"/>
      <dgm:spPr>
        <a:solidFill>
          <a:schemeClr val="accent1">
            <a:lumMod val="40000"/>
            <a:lumOff val="60000"/>
          </a:schemeClr>
        </a:solidFill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en-US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STATIONS</a:t>
          </a:r>
          <a:endParaRPr lang="fr-FR" dirty="0">
            <a:solidFill>
              <a:schemeClr val="accent1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8A65408-7FD9-452D-9DE5-3CCAC0C6FAEA}" type="parTrans" cxnId="{C8DF8E50-4872-461A-B925-97B7C7503566}">
      <dgm:prSet/>
      <dgm:spPr/>
      <dgm:t>
        <a:bodyPr/>
        <a:lstStyle/>
        <a:p>
          <a:endParaRPr lang="fr-FR"/>
        </a:p>
      </dgm:t>
    </dgm:pt>
    <dgm:pt modelId="{F6FB23E4-E5B6-425B-AABB-B4BF0829B412}" type="sibTrans" cxnId="{C8DF8E50-4872-461A-B925-97B7C7503566}">
      <dgm:prSet/>
      <dgm:spPr/>
      <dgm:t>
        <a:bodyPr/>
        <a:lstStyle/>
        <a:p>
          <a:endParaRPr lang="fr-FR"/>
        </a:p>
      </dgm:t>
    </dgm:pt>
    <dgm:pt modelId="{1E203602-EDFF-413E-B900-67E9F01700A0}">
      <dgm:prSet phldrT="[Texte]"/>
      <dgm:spPr>
        <a:solidFill>
          <a:schemeClr val="accent1">
            <a:lumMod val="60000"/>
            <a:lumOff val="4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REAL-TIME EXPERIMENT ON THE ALIX LINE</a:t>
          </a:r>
          <a:endParaRPr lang="fr-FR" dirty="0">
            <a:solidFill>
              <a:schemeClr val="accent1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11F3F62-2323-4F63-BB7E-C1455696B7EE}" type="parTrans" cxnId="{CC13C02B-B63A-4476-BBF9-041151BA6812}">
      <dgm:prSet/>
      <dgm:spPr/>
      <dgm:t>
        <a:bodyPr/>
        <a:lstStyle/>
        <a:p>
          <a:endParaRPr lang="fr-FR"/>
        </a:p>
      </dgm:t>
    </dgm:pt>
    <dgm:pt modelId="{5269D45D-8E7E-40A7-82FD-37ABD4E33F4F}" type="sibTrans" cxnId="{CC13C02B-B63A-4476-BBF9-041151BA6812}">
      <dgm:prSet/>
      <dgm:spPr/>
      <dgm:t>
        <a:bodyPr/>
        <a:lstStyle/>
        <a:p>
          <a:endParaRPr lang="fr-FR"/>
        </a:p>
      </dgm:t>
    </dgm:pt>
    <dgm:pt modelId="{D94DBD72-E13D-4D38-A2EE-3CFDEFB5786F}">
      <dgm:prSet phldrT="[Texte]"/>
      <dgm:spPr>
        <a:solidFill>
          <a:schemeClr val="tx2">
            <a:lumMod val="60000"/>
            <a:lumOff val="40000"/>
          </a:schemeClr>
        </a:solidFill>
        <a:ln>
          <a:solidFill>
            <a:schemeClr val="tx1"/>
          </a:solidFill>
        </a:ln>
      </dgm:spPr>
      <dgm:t>
        <a:bodyPr/>
        <a:lstStyle/>
        <a:p>
          <a:pPr>
            <a:buNone/>
          </a:pPr>
          <a:r>
            <a:rPr lang="en-US" b="1" spc="2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Trebuchet MS" pitchFamily="34" charset="-122"/>
              <a:cs typeface="Trebuchet MS" pitchFamily="34" charset="-120"/>
            </a:rPr>
            <a:t>VALIDATION</a:t>
          </a:r>
          <a:endParaRPr lang="fr-FR" dirty="0">
            <a:solidFill>
              <a:schemeClr val="accent1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1A60320-7222-4772-B921-CA1643A40EB4}" type="parTrans" cxnId="{84ABB60F-A640-4237-B013-FAEEDF713588}">
      <dgm:prSet/>
      <dgm:spPr/>
      <dgm:t>
        <a:bodyPr/>
        <a:lstStyle/>
        <a:p>
          <a:endParaRPr lang="fr-FR"/>
        </a:p>
      </dgm:t>
    </dgm:pt>
    <dgm:pt modelId="{80AA8DCD-996E-4119-844E-E3287F6F2843}" type="sibTrans" cxnId="{84ABB60F-A640-4237-B013-FAEEDF713588}">
      <dgm:prSet/>
      <dgm:spPr/>
      <dgm:t>
        <a:bodyPr/>
        <a:lstStyle/>
        <a:p>
          <a:endParaRPr lang="fr-FR"/>
        </a:p>
      </dgm:t>
    </dgm:pt>
    <dgm:pt modelId="{F74FA334-317C-4142-AF05-2946C499FD26}">
      <dgm:prSet phldrT="[Texte]"/>
      <dgm:spPr>
        <a:solidFill>
          <a:schemeClr val="accent1">
            <a:lumMod val="50000"/>
          </a:schemeClr>
        </a:solidFill>
        <a:ln>
          <a:solidFill>
            <a:srgbClr val="00B0F0"/>
          </a:solidFill>
        </a:ln>
      </dgm:spPr>
      <dgm:t>
        <a:bodyPr/>
        <a:lstStyle/>
        <a:p>
          <a:pPr>
            <a:buNone/>
          </a:pPr>
          <a:r>
            <a:rPr lang="en-US" b="1" u="none" spc="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Trebuchet MS" pitchFamily="34" charset="-122"/>
              <a:cs typeface="Trebuchet MS" pitchFamily="34" charset="-120"/>
            </a:rPr>
            <a:t>SCIENTIFIC HONESTY</a:t>
          </a:r>
          <a:endParaRPr lang="fr-FR" u="none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FBEB1A9-E7C4-4A6D-80BB-AA7D07BE29D9}" type="parTrans" cxnId="{E646B66C-479C-4EE8-BCC0-28E67014ABD9}">
      <dgm:prSet/>
      <dgm:spPr/>
      <dgm:t>
        <a:bodyPr/>
        <a:lstStyle/>
        <a:p>
          <a:endParaRPr lang="fr-FR"/>
        </a:p>
      </dgm:t>
    </dgm:pt>
    <dgm:pt modelId="{7EC7056A-54D8-420E-9987-5AD1276B1EAD}" type="sibTrans" cxnId="{E646B66C-479C-4EE8-BCC0-28E67014ABD9}">
      <dgm:prSet/>
      <dgm:spPr/>
      <dgm:t>
        <a:bodyPr/>
        <a:lstStyle/>
        <a:p>
          <a:endParaRPr lang="fr-FR"/>
        </a:p>
      </dgm:t>
    </dgm:pt>
    <dgm:pt modelId="{75BC481E-4E7D-404A-A944-00B8D0A1F0CC}">
      <dgm:prSet phldrT="[Texte]"/>
      <dgm:spPr>
        <a:solidFill>
          <a:schemeClr val="accent1">
            <a:lumMod val="75000"/>
          </a:schemeClr>
        </a:solidFill>
        <a:ln>
          <a:solidFill>
            <a:srgbClr val="00B0F0"/>
          </a:solidFill>
        </a:ln>
      </dgm:spPr>
      <dgm:t>
        <a:bodyPr/>
        <a:lstStyle/>
        <a:p>
          <a:pPr>
            <a:buNone/>
          </a:pPr>
          <a:r>
            <a:rPr lang="en-US" b="1" spc="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Trebuchet MS" pitchFamily="34" charset="-122"/>
              <a:cs typeface="Trebuchet MS" pitchFamily="34" charset="-120"/>
            </a:rPr>
            <a:t>SCIENTIFIC HONESTY</a:t>
          </a:r>
          <a:endParaRPr lang="fr-F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0FDBA30-97C3-4047-83EE-1CAB4D21233B}" type="parTrans" cxnId="{B71337FB-89CC-4129-BA59-FA2319BC2F3A}">
      <dgm:prSet/>
      <dgm:spPr/>
      <dgm:t>
        <a:bodyPr/>
        <a:lstStyle/>
        <a:p>
          <a:endParaRPr lang="fr-FR"/>
        </a:p>
      </dgm:t>
    </dgm:pt>
    <dgm:pt modelId="{A5C36C09-87E6-49D9-BC64-F5095F54C043}" type="sibTrans" cxnId="{B71337FB-89CC-4129-BA59-FA2319BC2F3A}">
      <dgm:prSet/>
      <dgm:spPr/>
      <dgm:t>
        <a:bodyPr/>
        <a:lstStyle/>
        <a:p>
          <a:endParaRPr lang="fr-FR"/>
        </a:p>
      </dgm:t>
    </dgm:pt>
    <dgm:pt modelId="{4A08EE17-CAFF-4385-8744-ECD36F4AA668}">
      <dgm:prSet phldrT="[Texte]"/>
      <dgm:spPr>
        <a:solidFill>
          <a:schemeClr val="accent1">
            <a:lumMod val="60000"/>
            <a:lumOff val="40000"/>
          </a:schemeClr>
        </a:solidFill>
        <a:ln>
          <a:solidFill>
            <a:schemeClr val="tx1"/>
          </a:solidFill>
        </a:ln>
      </dgm:spPr>
      <dgm:t>
        <a:bodyPr/>
        <a:lstStyle/>
        <a:p>
          <a:pPr>
            <a:buNone/>
          </a:pPr>
          <a:r>
            <a:rPr lang="en-US" b="1" spc="200" dirty="0">
              <a:solidFill>
                <a:schemeClr val="accent1">
                  <a:lumMod val="50000"/>
                </a:schemeClr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rPr>
            <a:t>ENERGY ANALYSIS</a:t>
          </a:r>
          <a:endParaRPr lang="fr-FR" dirty="0">
            <a:solidFill>
              <a:schemeClr val="accent1">
                <a:lumMod val="50000"/>
              </a:schemeClr>
            </a:solidFill>
          </a:endParaRPr>
        </a:p>
      </dgm:t>
    </dgm:pt>
    <dgm:pt modelId="{51F3BA15-2CFD-4DB9-B955-EDF844852058}" type="parTrans" cxnId="{22305AC1-D391-401C-B655-CF3B67C95190}">
      <dgm:prSet/>
      <dgm:spPr/>
      <dgm:t>
        <a:bodyPr/>
        <a:lstStyle/>
        <a:p>
          <a:endParaRPr lang="fr-FR"/>
        </a:p>
      </dgm:t>
    </dgm:pt>
    <dgm:pt modelId="{0C3C86AB-9AE4-4735-AF14-963062D870AE}" type="sibTrans" cxnId="{22305AC1-D391-401C-B655-CF3B67C95190}">
      <dgm:prSet/>
      <dgm:spPr/>
      <dgm:t>
        <a:bodyPr/>
        <a:lstStyle/>
        <a:p>
          <a:endParaRPr lang="fr-FR"/>
        </a:p>
      </dgm:t>
    </dgm:pt>
    <dgm:pt modelId="{FC853515-D78D-4386-9A80-49542E54C17A}">
      <dgm:prSet phldrT="[Texte]"/>
      <dgm:spPr>
        <a:solidFill>
          <a:schemeClr val="tx2">
            <a:lumMod val="50000"/>
          </a:schemeClr>
        </a:solidFill>
        <a:ln>
          <a:solidFill>
            <a:srgbClr val="00B0F0"/>
          </a:solidFill>
        </a:ln>
      </dgm:spPr>
      <dgm:t>
        <a:bodyPr/>
        <a:lstStyle/>
        <a:p>
          <a:pPr>
            <a:buNone/>
          </a:pPr>
          <a:r>
            <a:rPr lang="en-US" b="1" u="non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Trebuchet MS" pitchFamily="34" charset="-122"/>
              <a:cs typeface="Trebuchet MS" pitchFamily="34" charset="-120"/>
            </a:rPr>
            <a:t>SPATIAL LAYOUT &amp; COUPLING ANALYSIS</a:t>
          </a:r>
          <a:endParaRPr lang="fr-FR" u="none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9D079F1-4C62-440B-B789-D4D2D004E0C4}" type="parTrans" cxnId="{539F0C71-3590-4623-9ECA-2207152BB504}">
      <dgm:prSet/>
      <dgm:spPr/>
      <dgm:t>
        <a:bodyPr/>
        <a:lstStyle/>
        <a:p>
          <a:endParaRPr lang="fr-FR"/>
        </a:p>
      </dgm:t>
    </dgm:pt>
    <dgm:pt modelId="{E6014508-2C41-4814-98D4-3CB461DC0C48}" type="sibTrans" cxnId="{539F0C71-3590-4623-9ECA-2207152BB504}">
      <dgm:prSet/>
      <dgm:spPr/>
      <dgm:t>
        <a:bodyPr/>
        <a:lstStyle/>
        <a:p>
          <a:endParaRPr lang="fr-FR"/>
        </a:p>
      </dgm:t>
    </dgm:pt>
    <dgm:pt modelId="{2CD977B8-635C-4C6C-B6DC-9A72953CA0C8}">
      <dgm:prSet phldrT="[Texte]"/>
      <dgm:spPr>
        <a:solidFill>
          <a:srgbClr val="0070C0"/>
        </a:solidFill>
        <a:ln>
          <a:solidFill>
            <a:schemeClr val="tx2">
              <a:lumMod val="75000"/>
            </a:schemeClr>
          </a:solidFill>
        </a:ln>
      </dgm:spPr>
      <dgm:t>
        <a:bodyPr/>
        <a:lstStyle/>
        <a:p>
          <a:pPr>
            <a:buNone/>
          </a:pPr>
          <a:r>
            <a:rPr lang="fr-F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DELIVERABLES</a:t>
          </a:r>
          <a:endParaRPr lang="fr-FR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3483F62-7B1A-48C0-AD92-7021A9C4B7B8}" type="parTrans" cxnId="{E90A42E6-89F5-4805-8359-AD5E0B01F34A}">
      <dgm:prSet/>
      <dgm:spPr/>
      <dgm:t>
        <a:bodyPr/>
        <a:lstStyle/>
        <a:p>
          <a:endParaRPr lang="fr-FR"/>
        </a:p>
      </dgm:t>
    </dgm:pt>
    <dgm:pt modelId="{6E1B58C3-D7FF-42D8-BCF5-95767AFBE604}" type="sibTrans" cxnId="{E90A42E6-89F5-4805-8359-AD5E0B01F34A}">
      <dgm:prSet/>
      <dgm:spPr/>
      <dgm:t>
        <a:bodyPr/>
        <a:lstStyle/>
        <a:p>
          <a:endParaRPr lang="fr-FR"/>
        </a:p>
      </dgm:t>
    </dgm:pt>
    <dgm:pt modelId="{BC385E7A-6FE1-4C68-998B-A731E28F508F}">
      <dgm:prSet phldrT="[Texte]"/>
      <dgm:spPr>
        <a:solidFill>
          <a:schemeClr val="accent1">
            <a:lumMod val="60000"/>
            <a:lumOff val="40000"/>
          </a:schemeClr>
        </a:solidFill>
        <a:ln>
          <a:solidFill>
            <a:schemeClr val="tx1"/>
          </a:solidFill>
        </a:ln>
      </dgm:spPr>
      <dgm:t>
        <a:bodyPr/>
        <a:lstStyle/>
        <a:p>
          <a:pPr>
            <a:buNone/>
          </a:pPr>
          <a:r>
            <a:rPr lang="en-US" b="1" spc="2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Trebuchet MS" pitchFamily="34" charset="-122"/>
              <a:cs typeface="Trebuchet MS" pitchFamily="34" charset="-120"/>
            </a:rPr>
            <a:t>CONCLUSION</a:t>
          </a:r>
          <a:endParaRPr lang="fr-FR" dirty="0">
            <a:solidFill>
              <a:schemeClr val="accent1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8607576-D451-4544-A631-B3526A19275A}" type="parTrans" cxnId="{0B5619B2-B0F5-44B3-98BC-CDD42FF9B249}">
      <dgm:prSet/>
      <dgm:spPr/>
      <dgm:t>
        <a:bodyPr/>
        <a:lstStyle/>
        <a:p>
          <a:endParaRPr lang="fr-FR"/>
        </a:p>
      </dgm:t>
    </dgm:pt>
    <dgm:pt modelId="{5FA961D1-7544-4BB5-BEB6-D8B5EDA4C8EF}" type="sibTrans" cxnId="{0B5619B2-B0F5-44B3-98BC-CDD42FF9B249}">
      <dgm:prSet/>
      <dgm:spPr/>
      <dgm:t>
        <a:bodyPr/>
        <a:lstStyle/>
        <a:p>
          <a:endParaRPr lang="fr-FR"/>
        </a:p>
      </dgm:t>
    </dgm:pt>
    <dgm:pt modelId="{C1F7FB1A-B8ED-4A4C-B5DA-551B3F94F3B4}" type="pres">
      <dgm:prSet presAssocID="{BABC4602-F916-4561-94F0-1174EF718920}" presName="Name0" presStyleCnt="0">
        <dgm:presLayoutVars>
          <dgm:dir/>
          <dgm:resizeHandles/>
        </dgm:presLayoutVars>
      </dgm:prSet>
      <dgm:spPr/>
    </dgm:pt>
    <dgm:pt modelId="{EC1CC78E-5FC1-4EB8-B014-6DA52407730F}" type="pres">
      <dgm:prSet presAssocID="{A19B1A2E-66A5-48B7-80CD-7064159DA0D2}" presName="compNode" presStyleCnt="0"/>
      <dgm:spPr/>
    </dgm:pt>
    <dgm:pt modelId="{7AAD8C81-9B39-4493-8779-6A015ADC0F21}" type="pres">
      <dgm:prSet presAssocID="{A19B1A2E-66A5-48B7-80CD-7064159DA0D2}" presName="dummyConnPt" presStyleCnt="0"/>
      <dgm:spPr/>
    </dgm:pt>
    <dgm:pt modelId="{1B703021-59E3-4419-9D61-2CEB5FE30219}" type="pres">
      <dgm:prSet presAssocID="{A19B1A2E-66A5-48B7-80CD-7064159DA0D2}" presName="node" presStyleLbl="node1" presStyleIdx="0" presStyleCnt="14">
        <dgm:presLayoutVars>
          <dgm:bulletEnabled val="1"/>
        </dgm:presLayoutVars>
      </dgm:prSet>
      <dgm:spPr/>
    </dgm:pt>
    <dgm:pt modelId="{4B45B782-4003-4C3A-8473-A49E890A8E9C}" type="pres">
      <dgm:prSet presAssocID="{C1741461-3621-488D-B395-5C804300F421}" presName="sibTrans" presStyleLbl="bgSibTrans2D1" presStyleIdx="0" presStyleCnt="13"/>
      <dgm:spPr/>
    </dgm:pt>
    <dgm:pt modelId="{FA194A72-11FA-4D1F-A75B-2486B1766877}" type="pres">
      <dgm:prSet presAssocID="{6F73FBD5-8E5D-43A2-8F18-2CF31141E1E0}" presName="compNode" presStyleCnt="0"/>
      <dgm:spPr/>
    </dgm:pt>
    <dgm:pt modelId="{EAD0C792-951D-40C7-BE05-CB0C23904E43}" type="pres">
      <dgm:prSet presAssocID="{6F73FBD5-8E5D-43A2-8F18-2CF31141E1E0}" presName="dummyConnPt" presStyleCnt="0"/>
      <dgm:spPr/>
    </dgm:pt>
    <dgm:pt modelId="{9D0F871E-1C9D-4C5F-9538-C72BCEEB4FBA}" type="pres">
      <dgm:prSet presAssocID="{6F73FBD5-8E5D-43A2-8F18-2CF31141E1E0}" presName="node" presStyleLbl="node1" presStyleIdx="1" presStyleCnt="14">
        <dgm:presLayoutVars>
          <dgm:bulletEnabled val="1"/>
        </dgm:presLayoutVars>
      </dgm:prSet>
      <dgm:spPr/>
    </dgm:pt>
    <dgm:pt modelId="{8D1B9DA0-9190-4227-9F39-43DFC509E4AF}" type="pres">
      <dgm:prSet presAssocID="{4105248A-EBAD-4626-A94E-C82BA2970CBD}" presName="sibTrans" presStyleLbl="bgSibTrans2D1" presStyleIdx="1" presStyleCnt="13"/>
      <dgm:spPr/>
    </dgm:pt>
    <dgm:pt modelId="{53B5DA59-5245-4022-845F-AF050EBDF35B}" type="pres">
      <dgm:prSet presAssocID="{7C94F4BF-9CF5-49A1-A38A-77FCEA7C2DFC}" presName="compNode" presStyleCnt="0"/>
      <dgm:spPr/>
    </dgm:pt>
    <dgm:pt modelId="{EB64855F-608A-497E-82CF-42F0211470D3}" type="pres">
      <dgm:prSet presAssocID="{7C94F4BF-9CF5-49A1-A38A-77FCEA7C2DFC}" presName="dummyConnPt" presStyleCnt="0"/>
      <dgm:spPr/>
    </dgm:pt>
    <dgm:pt modelId="{ECA4F21F-F29C-4181-9BB5-D72690F7D479}" type="pres">
      <dgm:prSet presAssocID="{7C94F4BF-9CF5-49A1-A38A-77FCEA7C2DFC}" presName="node" presStyleLbl="node1" presStyleIdx="2" presStyleCnt="14">
        <dgm:presLayoutVars>
          <dgm:bulletEnabled val="1"/>
        </dgm:presLayoutVars>
      </dgm:prSet>
      <dgm:spPr/>
    </dgm:pt>
    <dgm:pt modelId="{91DE067A-26D0-4A9E-98F9-9B2EBD044C36}" type="pres">
      <dgm:prSet presAssocID="{A7C933FE-A0E5-40CD-B72E-A2938950012C}" presName="sibTrans" presStyleLbl="bgSibTrans2D1" presStyleIdx="2" presStyleCnt="13"/>
      <dgm:spPr/>
    </dgm:pt>
    <dgm:pt modelId="{AF7F57D4-B32E-40C0-AAFD-591183564DB0}" type="pres">
      <dgm:prSet presAssocID="{EEC96CBF-CF43-43ED-9A1D-C54AB4658AF3}" presName="compNode" presStyleCnt="0"/>
      <dgm:spPr/>
    </dgm:pt>
    <dgm:pt modelId="{34615CAF-5545-4FB0-9D3E-D82C77DDF203}" type="pres">
      <dgm:prSet presAssocID="{EEC96CBF-CF43-43ED-9A1D-C54AB4658AF3}" presName="dummyConnPt" presStyleCnt="0"/>
      <dgm:spPr/>
    </dgm:pt>
    <dgm:pt modelId="{819F0D3B-4C53-4A88-96A6-6E722F2D80E3}" type="pres">
      <dgm:prSet presAssocID="{EEC96CBF-CF43-43ED-9A1D-C54AB4658AF3}" presName="node" presStyleLbl="node1" presStyleIdx="3" presStyleCnt="14">
        <dgm:presLayoutVars>
          <dgm:bulletEnabled val="1"/>
        </dgm:presLayoutVars>
      </dgm:prSet>
      <dgm:spPr/>
    </dgm:pt>
    <dgm:pt modelId="{C322BAA3-BB55-416F-BDFF-E6F0F5564422}" type="pres">
      <dgm:prSet presAssocID="{D5111677-96E7-41A1-8EE1-04EFD1CFF661}" presName="sibTrans" presStyleLbl="bgSibTrans2D1" presStyleIdx="3" presStyleCnt="13"/>
      <dgm:spPr/>
    </dgm:pt>
    <dgm:pt modelId="{5483D2F5-56BB-469E-8D66-F9632EB5094F}" type="pres">
      <dgm:prSet presAssocID="{35997C89-6974-4F4D-B60D-B6EDCAA6B936}" presName="compNode" presStyleCnt="0"/>
      <dgm:spPr/>
    </dgm:pt>
    <dgm:pt modelId="{8F3FB6BE-9ACE-4B04-8909-4334BAFC3C83}" type="pres">
      <dgm:prSet presAssocID="{35997C89-6974-4F4D-B60D-B6EDCAA6B936}" presName="dummyConnPt" presStyleCnt="0"/>
      <dgm:spPr/>
    </dgm:pt>
    <dgm:pt modelId="{CF353763-D98E-40AD-9C29-233E2890D36F}" type="pres">
      <dgm:prSet presAssocID="{35997C89-6974-4F4D-B60D-B6EDCAA6B936}" presName="node" presStyleLbl="node1" presStyleIdx="4" presStyleCnt="14">
        <dgm:presLayoutVars>
          <dgm:bulletEnabled val="1"/>
        </dgm:presLayoutVars>
      </dgm:prSet>
      <dgm:spPr/>
    </dgm:pt>
    <dgm:pt modelId="{B65FCB62-98B4-4EC3-B0EA-1AB114DE640C}" type="pres">
      <dgm:prSet presAssocID="{C77A0B72-BBC5-410C-A6D3-CF796114A480}" presName="sibTrans" presStyleLbl="bgSibTrans2D1" presStyleIdx="4" presStyleCnt="13"/>
      <dgm:spPr/>
    </dgm:pt>
    <dgm:pt modelId="{C901D6ED-A9B1-4C0C-8C77-FE2FF5BCF9FC}" type="pres">
      <dgm:prSet presAssocID="{CBA39CA0-27DF-4267-82CE-6202AC19AA98}" presName="compNode" presStyleCnt="0"/>
      <dgm:spPr/>
    </dgm:pt>
    <dgm:pt modelId="{DCBC26D1-EE79-446B-AB6C-9FC2CEC4E41F}" type="pres">
      <dgm:prSet presAssocID="{CBA39CA0-27DF-4267-82CE-6202AC19AA98}" presName="dummyConnPt" presStyleCnt="0"/>
      <dgm:spPr/>
    </dgm:pt>
    <dgm:pt modelId="{295FCE7E-A9CC-49AD-979A-EAB0C8C8CA2C}" type="pres">
      <dgm:prSet presAssocID="{CBA39CA0-27DF-4267-82CE-6202AC19AA98}" presName="node" presStyleLbl="node1" presStyleIdx="5" presStyleCnt="14">
        <dgm:presLayoutVars>
          <dgm:bulletEnabled val="1"/>
        </dgm:presLayoutVars>
      </dgm:prSet>
      <dgm:spPr/>
    </dgm:pt>
    <dgm:pt modelId="{02E898E7-0A52-4039-B7FC-734AF75B816C}" type="pres">
      <dgm:prSet presAssocID="{F6FB23E4-E5B6-425B-AABB-B4BF0829B412}" presName="sibTrans" presStyleLbl="bgSibTrans2D1" presStyleIdx="5" presStyleCnt="13"/>
      <dgm:spPr/>
    </dgm:pt>
    <dgm:pt modelId="{7FBB3115-C96A-42F1-937A-5158B57D8854}" type="pres">
      <dgm:prSet presAssocID="{1E203602-EDFF-413E-B900-67E9F01700A0}" presName="compNode" presStyleCnt="0"/>
      <dgm:spPr/>
    </dgm:pt>
    <dgm:pt modelId="{77BF08D0-32BC-421C-929E-594647AEDB13}" type="pres">
      <dgm:prSet presAssocID="{1E203602-EDFF-413E-B900-67E9F01700A0}" presName="dummyConnPt" presStyleCnt="0"/>
      <dgm:spPr/>
    </dgm:pt>
    <dgm:pt modelId="{01EA74BD-4CDD-48A3-81AD-31044EB020C2}" type="pres">
      <dgm:prSet presAssocID="{1E203602-EDFF-413E-B900-67E9F01700A0}" presName="node" presStyleLbl="node1" presStyleIdx="6" presStyleCnt="14">
        <dgm:presLayoutVars>
          <dgm:bulletEnabled val="1"/>
        </dgm:presLayoutVars>
      </dgm:prSet>
      <dgm:spPr/>
    </dgm:pt>
    <dgm:pt modelId="{764E1AD5-2312-428B-A7F4-86C3EFE0A97C}" type="pres">
      <dgm:prSet presAssocID="{5269D45D-8E7E-40A7-82FD-37ABD4E33F4F}" presName="sibTrans" presStyleLbl="bgSibTrans2D1" presStyleIdx="6" presStyleCnt="13"/>
      <dgm:spPr/>
    </dgm:pt>
    <dgm:pt modelId="{47EA8638-6AEA-4641-BD8E-798872B64B78}" type="pres">
      <dgm:prSet presAssocID="{D94DBD72-E13D-4D38-A2EE-3CFDEFB5786F}" presName="compNode" presStyleCnt="0"/>
      <dgm:spPr/>
    </dgm:pt>
    <dgm:pt modelId="{E7C2F965-57E6-45AE-B581-4AA22B9721EB}" type="pres">
      <dgm:prSet presAssocID="{D94DBD72-E13D-4D38-A2EE-3CFDEFB5786F}" presName="dummyConnPt" presStyleCnt="0"/>
      <dgm:spPr/>
    </dgm:pt>
    <dgm:pt modelId="{E4BD37D1-07E9-494F-82D0-D2A9FBBD97E2}" type="pres">
      <dgm:prSet presAssocID="{D94DBD72-E13D-4D38-A2EE-3CFDEFB5786F}" presName="node" presStyleLbl="node1" presStyleIdx="7" presStyleCnt="14">
        <dgm:presLayoutVars>
          <dgm:bulletEnabled val="1"/>
        </dgm:presLayoutVars>
      </dgm:prSet>
      <dgm:spPr/>
    </dgm:pt>
    <dgm:pt modelId="{B5F77E0A-CBBB-49F7-804B-0BFAFA059F97}" type="pres">
      <dgm:prSet presAssocID="{80AA8DCD-996E-4119-844E-E3287F6F2843}" presName="sibTrans" presStyleLbl="bgSibTrans2D1" presStyleIdx="7" presStyleCnt="13"/>
      <dgm:spPr/>
    </dgm:pt>
    <dgm:pt modelId="{36E836B7-F19C-429B-A101-360C3706DA40}" type="pres">
      <dgm:prSet presAssocID="{F74FA334-317C-4142-AF05-2946C499FD26}" presName="compNode" presStyleCnt="0"/>
      <dgm:spPr/>
    </dgm:pt>
    <dgm:pt modelId="{7DBFA9F0-D241-483E-A6D6-2A53FB7701E0}" type="pres">
      <dgm:prSet presAssocID="{F74FA334-317C-4142-AF05-2946C499FD26}" presName="dummyConnPt" presStyleCnt="0"/>
      <dgm:spPr/>
    </dgm:pt>
    <dgm:pt modelId="{AE80F91D-C8A6-4FC3-BB1C-E86E3952197A}" type="pres">
      <dgm:prSet presAssocID="{F74FA334-317C-4142-AF05-2946C499FD26}" presName="node" presStyleLbl="node1" presStyleIdx="8" presStyleCnt="14">
        <dgm:presLayoutVars>
          <dgm:bulletEnabled val="1"/>
        </dgm:presLayoutVars>
      </dgm:prSet>
      <dgm:spPr/>
    </dgm:pt>
    <dgm:pt modelId="{41AFEB77-6B36-4320-98F2-D41F07555F92}" type="pres">
      <dgm:prSet presAssocID="{7EC7056A-54D8-420E-9987-5AD1276B1EAD}" presName="sibTrans" presStyleLbl="bgSibTrans2D1" presStyleIdx="8" presStyleCnt="13"/>
      <dgm:spPr/>
    </dgm:pt>
    <dgm:pt modelId="{D50B6A78-E755-4627-9D2E-E84051B2ECCA}" type="pres">
      <dgm:prSet presAssocID="{75BC481E-4E7D-404A-A944-00B8D0A1F0CC}" presName="compNode" presStyleCnt="0"/>
      <dgm:spPr/>
    </dgm:pt>
    <dgm:pt modelId="{E56A6DDD-DCBD-43E0-BA93-A575B72443D8}" type="pres">
      <dgm:prSet presAssocID="{75BC481E-4E7D-404A-A944-00B8D0A1F0CC}" presName="dummyConnPt" presStyleCnt="0"/>
      <dgm:spPr/>
    </dgm:pt>
    <dgm:pt modelId="{21F2DC34-E6AF-483E-8D1E-9E730412925A}" type="pres">
      <dgm:prSet presAssocID="{75BC481E-4E7D-404A-A944-00B8D0A1F0CC}" presName="node" presStyleLbl="node1" presStyleIdx="9" presStyleCnt="14">
        <dgm:presLayoutVars>
          <dgm:bulletEnabled val="1"/>
        </dgm:presLayoutVars>
      </dgm:prSet>
      <dgm:spPr/>
    </dgm:pt>
    <dgm:pt modelId="{22B029F6-24AA-476B-9B40-68AED68D8784}" type="pres">
      <dgm:prSet presAssocID="{A5C36C09-87E6-49D9-BC64-F5095F54C043}" presName="sibTrans" presStyleLbl="bgSibTrans2D1" presStyleIdx="9" presStyleCnt="13"/>
      <dgm:spPr/>
    </dgm:pt>
    <dgm:pt modelId="{292A21F2-99E0-41AE-A203-27F056AD1DF2}" type="pres">
      <dgm:prSet presAssocID="{4A08EE17-CAFF-4385-8744-ECD36F4AA668}" presName="compNode" presStyleCnt="0"/>
      <dgm:spPr/>
    </dgm:pt>
    <dgm:pt modelId="{F77DB209-CB7A-44CB-92DC-DB9DDC9365EA}" type="pres">
      <dgm:prSet presAssocID="{4A08EE17-CAFF-4385-8744-ECD36F4AA668}" presName="dummyConnPt" presStyleCnt="0"/>
      <dgm:spPr/>
    </dgm:pt>
    <dgm:pt modelId="{7A192CCC-A325-4FD5-A66E-5E1CF87133A3}" type="pres">
      <dgm:prSet presAssocID="{4A08EE17-CAFF-4385-8744-ECD36F4AA668}" presName="node" presStyleLbl="node1" presStyleIdx="10" presStyleCnt="14">
        <dgm:presLayoutVars>
          <dgm:bulletEnabled val="1"/>
        </dgm:presLayoutVars>
      </dgm:prSet>
      <dgm:spPr/>
    </dgm:pt>
    <dgm:pt modelId="{9A1F3572-4F4A-4DC7-92AA-835304B57A2A}" type="pres">
      <dgm:prSet presAssocID="{0C3C86AB-9AE4-4735-AF14-963062D870AE}" presName="sibTrans" presStyleLbl="bgSibTrans2D1" presStyleIdx="10" presStyleCnt="13"/>
      <dgm:spPr/>
    </dgm:pt>
    <dgm:pt modelId="{C05FD69B-1E35-47EB-A993-941BE2796B21}" type="pres">
      <dgm:prSet presAssocID="{FC853515-D78D-4386-9A80-49542E54C17A}" presName="compNode" presStyleCnt="0"/>
      <dgm:spPr/>
    </dgm:pt>
    <dgm:pt modelId="{6257CD61-61F7-40F9-BD2C-C16935F9D365}" type="pres">
      <dgm:prSet presAssocID="{FC853515-D78D-4386-9A80-49542E54C17A}" presName="dummyConnPt" presStyleCnt="0"/>
      <dgm:spPr/>
    </dgm:pt>
    <dgm:pt modelId="{FD50BBAC-BBE2-4DA0-8B92-FBC9AB04E1FC}" type="pres">
      <dgm:prSet presAssocID="{FC853515-D78D-4386-9A80-49542E54C17A}" presName="node" presStyleLbl="node1" presStyleIdx="11" presStyleCnt="14">
        <dgm:presLayoutVars>
          <dgm:bulletEnabled val="1"/>
        </dgm:presLayoutVars>
      </dgm:prSet>
      <dgm:spPr/>
    </dgm:pt>
    <dgm:pt modelId="{255D4A64-D5CE-4A11-ABFB-EFC2C3ECBEB2}" type="pres">
      <dgm:prSet presAssocID="{E6014508-2C41-4814-98D4-3CB461DC0C48}" presName="sibTrans" presStyleLbl="bgSibTrans2D1" presStyleIdx="11" presStyleCnt="13"/>
      <dgm:spPr/>
    </dgm:pt>
    <dgm:pt modelId="{1BC92D5F-90D1-4EDA-92BD-E4AD203C63BC}" type="pres">
      <dgm:prSet presAssocID="{2CD977B8-635C-4C6C-B6DC-9A72953CA0C8}" presName="compNode" presStyleCnt="0"/>
      <dgm:spPr/>
    </dgm:pt>
    <dgm:pt modelId="{8A750ED3-CB73-4976-A160-95C5B91C1B24}" type="pres">
      <dgm:prSet presAssocID="{2CD977B8-635C-4C6C-B6DC-9A72953CA0C8}" presName="dummyConnPt" presStyleCnt="0"/>
      <dgm:spPr/>
    </dgm:pt>
    <dgm:pt modelId="{D53153EF-E877-420F-80CC-EB8F13D2742A}" type="pres">
      <dgm:prSet presAssocID="{2CD977B8-635C-4C6C-B6DC-9A72953CA0C8}" presName="node" presStyleLbl="node1" presStyleIdx="12" presStyleCnt="14">
        <dgm:presLayoutVars>
          <dgm:bulletEnabled val="1"/>
        </dgm:presLayoutVars>
      </dgm:prSet>
      <dgm:spPr/>
    </dgm:pt>
    <dgm:pt modelId="{0B234B90-0325-417B-8ED2-3265EFD53A7F}" type="pres">
      <dgm:prSet presAssocID="{6E1B58C3-D7FF-42D8-BCF5-95767AFBE604}" presName="sibTrans" presStyleLbl="bgSibTrans2D1" presStyleIdx="12" presStyleCnt="13"/>
      <dgm:spPr/>
    </dgm:pt>
    <dgm:pt modelId="{305484D1-54AB-4445-8B7A-DAA7847FA3A9}" type="pres">
      <dgm:prSet presAssocID="{BC385E7A-6FE1-4C68-998B-A731E28F508F}" presName="compNode" presStyleCnt="0"/>
      <dgm:spPr/>
    </dgm:pt>
    <dgm:pt modelId="{A11A5359-E81E-4FE5-B371-4C2C406E4661}" type="pres">
      <dgm:prSet presAssocID="{BC385E7A-6FE1-4C68-998B-A731E28F508F}" presName="dummyConnPt" presStyleCnt="0"/>
      <dgm:spPr/>
    </dgm:pt>
    <dgm:pt modelId="{A8D3B634-4E6D-41E1-8414-6D2D152F283C}" type="pres">
      <dgm:prSet presAssocID="{BC385E7A-6FE1-4C68-998B-A731E28F508F}" presName="node" presStyleLbl="node1" presStyleIdx="13" presStyleCnt="14">
        <dgm:presLayoutVars>
          <dgm:bulletEnabled val="1"/>
        </dgm:presLayoutVars>
      </dgm:prSet>
      <dgm:spPr/>
    </dgm:pt>
  </dgm:ptLst>
  <dgm:cxnLst>
    <dgm:cxn modelId="{64B84008-D9CD-4652-BCF5-FEE6E21DFB92}" type="presOf" srcId="{C1741461-3621-488D-B395-5C804300F421}" destId="{4B45B782-4003-4C3A-8473-A49E890A8E9C}" srcOrd="0" destOrd="0" presId="urn:microsoft.com/office/officeart/2005/8/layout/bProcess4"/>
    <dgm:cxn modelId="{84ABB60F-A640-4237-B013-FAEEDF713588}" srcId="{BABC4602-F916-4561-94F0-1174EF718920}" destId="{D94DBD72-E13D-4D38-A2EE-3CFDEFB5786F}" srcOrd="7" destOrd="0" parTransId="{01A60320-7222-4772-B921-CA1643A40EB4}" sibTransId="{80AA8DCD-996E-4119-844E-E3287F6F2843}"/>
    <dgm:cxn modelId="{A2103915-5602-44B1-912F-5AD572185795}" type="presOf" srcId="{7C94F4BF-9CF5-49A1-A38A-77FCEA7C2DFC}" destId="{ECA4F21F-F29C-4181-9BB5-D72690F7D479}" srcOrd="0" destOrd="0" presId="urn:microsoft.com/office/officeart/2005/8/layout/bProcess4"/>
    <dgm:cxn modelId="{E9827F1E-35A3-4842-AAA5-742B8882B6BD}" type="presOf" srcId="{1E203602-EDFF-413E-B900-67E9F01700A0}" destId="{01EA74BD-4CDD-48A3-81AD-31044EB020C2}" srcOrd="0" destOrd="0" presId="urn:microsoft.com/office/officeart/2005/8/layout/bProcess4"/>
    <dgm:cxn modelId="{CC13C02B-B63A-4476-BBF9-041151BA6812}" srcId="{BABC4602-F916-4561-94F0-1174EF718920}" destId="{1E203602-EDFF-413E-B900-67E9F01700A0}" srcOrd="6" destOrd="0" parTransId="{511F3F62-2323-4F63-BB7E-C1455696B7EE}" sibTransId="{5269D45D-8E7E-40A7-82FD-37ABD4E33F4F}"/>
    <dgm:cxn modelId="{8B851D32-2D01-47C0-B514-F0EEEE1A3D43}" type="presOf" srcId="{E6014508-2C41-4814-98D4-3CB461DC0C48}" destId="{255D4A64-D5CE-4A11-ABFB-EFC2C3ECBEB2}" srcOrd="0" destOrd="0" presId="urn:microsoft.com/office/officeart/2005/8/layout/bProcess4"/>
    <dgm:cxn modelId="{C933AE37-E218-42D6-95CE-A38AE78CB200}" type="presOf" srcId="{80AA8DCD-996E-4119-844E-E3287F6F2843}" destId="{B5F77E0A-CBBB-49F7-804B-0BFAFA059F97}" srcOrd="0" destOrd="0" presId="urn:microsoft.com/office/officeart/2005/8/layout/bProcess4"/>
    <dgm:cxn modelId="{F4323F3D-9BCC-4E31-BD4B-07B817D5BCA7}" type="presOf" srcId="{EEC96CBF-CF43-43ED-9A1D-C54AB4658AF3}" destId="{819F0D3B-4C53-4A88-96A6-6E722F2D80E3}" srcOrd="0" destOrd="0" presId="urn:microsoft.com/office/officeart/2005/8/layout/bProcess4"/>
    <dgm:cxn modelId="{D927DB40-B0D6-4D96-8093-E6C5BD03B722}" type="presOf" srcId="{C77A0B72-BBC5-410C-A6D3-CF796114A480}" destId="{B65FCB62-98B4-4EC3-B0EA-1AB114DE640C}" srcOrd="0" destOrd="0" presId="urn:microsoft.com/office/officeart/2005/8/layout/bProcess4"/>
    <dgm:cxn modelId="{747A495E-592E-4A7A-BC15-7083995CD166}" type="presOf" srcId="{CBA39CA0-27DF-4267-82CE-6202AC19AA98}" destId="{295FCE7E-A9CC-49AD-979A-EAB0C8C8CA2C}" srcOrd="0" destOrd="0" presId="urn:microsoft.com/office/officeart/2005/8/layout/bProcess4"/>
    <dgm:cxn modelId="{A6B7AF5F-C4F4-4CA9-9175-6C43AA4E1F2C}" type="presOf" srcId="{5269D45D-8E7E-40A7-82FD-37ABD4E33F4F}" destId="{764E1AD5-2312-428B-A7F4-86C3EFE0A97C}" srcOrd="0" destOrd="0" presId="urn:microsoft.com/office/officeart/2005/8/layout/bProcess4"/>
    <dgm:cxn modelId="{BF541C41-5462-4B50-B2CE-E6FDB1E95F28}" type="presOf" srcId="{F6FB23E4-E5B6-425B-AABB-B4BF0829B412}" destId="{02E898E7-0A52-4039-B7FC-734AF75B816C}" srcOrd="0" destOrd="0" presId="urn:microsoft.com/office/officeart/2005/8/layout/bProcess4"/>
    <dgm:cxn modelId="{36F63461-E8D9-402C-ACDB-A4F1166817B8}" type="presOf" srcId="{BABC4602-F916-4561-94F0-1174EF718920}" destId="{C1F7FB1A-B8ED-4A4C-B5DA-551B3F94F3B4}" srcOrd="0" destOrd="0" presId="urn:microsoft.com/office/officeart/2005/8/layout/bProcess4"/>
    <dgm:cxn modelId="{1CE50B44-6F72-446D-B9FA-476AF426BB7E}" type="presOf" srcId="{F74FA334-317C-4142-AF05-2946C499FD26}" destId="{AE80F91D-C8A6-4FC3-BB1C-E86E3952197A}" srcOrd="0" destOrd="0" presId="urn:microsoft.com/office/officeart/2005/8/layout/bProcess4"/>
    <dgm:cxn modelId="{E646B66C-479C-4EE8-BCC0-28E67014ABD9}" srcId="{BABC4602-F916-4561-94F0-1174EF718920}" destId="{F74FA334-317C-4142-AF05-2946C499FD26}" srcOrd="8" destOrd="0" parTransId="{DFBEB1A9-E7C4-4A6D-80BB-AA7D07BE29D9}" sibTransId="{7EC7056A-54D8-420E-9987-5AD1276B1EAD}"/>
    <dgm:cxn modelId="{C8DF8E50-4872-461A-B925-97B7C7503566}" srcId="{BABC4602-F916-4561-94F0-1174EF718920}" destId="{CBA39CA0-27DF-4267-82CE-6202AC19AA98}" srcOrd="5" destOrd="0" parTransId="{F8A65408-7FD9-452D-9DE5-3CCAC0C6FAEA}" sibTransId="{F6FB23E4-E5B6-425B-AABB-B4BF0829B412}"/>
    <dgm:cxn modelId="{204BBE50-710F-4ADA-9A60-06685F02ACA6}" type="presOf" srcId="{6F73FBD5-8E5D-43A2-8F18-2CF31141E1E0}" destId="{9D0F871E-1C9D-4C5F-9538-C72BCEEB4FBA}" srcOrd="0" destOrd="0" presId="urn:microsoft.com/office/officeart/2005/8/layout/bProcess4"/>
    <dgm:cxn modelId="{539F0C71-3590-4623-9ECA-2207152BB504}" srcId="{BABC4602-F916-4561-94F0-1174EF718920}" destId="{FC853515-D78D-4386-9A80-49542E54C17A}" srcOrd="11" destOrd="0" parTransId="{39D079F1-4C62-440B-B789-D4D2D004E0C4}" sibTransId="{E6014508-2C41-4814-98D4-3CB461DC0C48}"/>
    <dgm:cxn modelId="{15D3B551-BD31-4359-AEFF-E466B5D9FDF8}" type="presOf" srcId="{4105248A-EBAD-4626-A94E-C82BA2970CBD}" destId="{8D1B9DA0-9190-4227-9F39-43DFC509E4AF}" srcOrd="0" destOrd="0" presId="urn:microsoft.com/office/officeart/2005/8/layout/bProcess4"/>
    <dgm:cxn modelId="{AC037952-FA03-443C-AA0B-EBF6478EA7C5}" type="presOf" srcId="{4A08EE17-CAFF-4385-8744-ECD36F4AA668}" destId="{7A192CCC-A325-4FD5-A66E-5E1CF87133A3}" srcOrd="0" destOrd="0" presId="urn:microsoft.com/office/officeart/2005/8/layout/bProcess4"/>
    <dgm:cxn modelId="{4AE64575-1F26-465E-ABEA-B113692295ED}" type="presOf" srcId="{75BC481E-4E7D-404A-A944-00B8D0A1F0CC}" destId="{21F2DC34-E6AF-483E-8D1E-9E730412925A}" srcOrd="0" destOrd="0" presId="urn:microsoft.com/office/officeart/2005/8/layout/bProcess4"/>
    <dgm:cxn modelId="{81849778-600D-4344-B479-99DF80601D5D}" type="presOf" srcId="{D94DBD72-E13D-4D38-A2EE-3CFDEFB5786F}" destId="{E4BD37D1-07E9-494F-82D0-D2A9FBBD97E2}" srcOrd="0" destOrd="0" presId="urn:microsoft.com/office/officeart/2005/8/layout/bProcess4"/>
    <dgm:cxn modelId="{FA2D9B7C-6638-44F8-BA57-6216F3FB39BF}" type="presOf" srcId="{A19B1A2E-66A5-48B7-80CD-7064159DA0D2}" destId="{1B703021-59E3-4419-9D61-2CEB5FE30219}" srcOrd="0" destOrd="0" presId="urn:microsoft.com/office/officeart/2005/8/layout/bProcess4"/>
    <dgm:cxn modelId="{88FD3588-3BD7-481E-AB5A-2B5FAF1ADFD4}" srcId="{BABC4602-F916-4561-94F0-1174EF718920}" destId="{35997C89-6974-4F4D-B60D-B6EDCAA6B936}" srcOrd="4" destOrd="0" parTransId="{9628D424-AA2C-4EE1-9224-DEC7544911EB}" sibTransId="{C77A0B72-BBC5-410C-A6D3-CF796114A480}"/>
    <dgm:cxn modelId="{2CD8B798-9ED7-4250-BE09-404D4CD4F002}" type="presOf" srcId="{BC385E7A-6FE1-4C68-998B-A731E28F508F}" destId="{A8D3B634-4E6D-41E1-8414-6D2D152F283C}" srcOrd="0" destOrd="0" presId="urn:microsoft.com/office/officeart/2005/8/layout/bProcess4"/>
    <dgm:cxn modelId="{AD490C9E-C1E6-47B0-A096-BE6206AB29D0}" srcId="{BABC4602-F916-4561-94F0-1174EF718920}" destId="{6F73FBD5-8E5D-43A2-8F18-2CF31141E1E0}" srcOrd="1" destOrd="0" parTransId="{05B5CF79-D05D-48BB-9398-ECA126501B08}" sibTransId="{4105248A-EBAD-4626-A94E-C82BA2970CBD}"/>
    <dgm:cxn modelId="{4075FCA9-34D6-48BF-90A5-D7C5EFFD7A17}" type="presOf" srcId="{A7C933FE-A0E5-40CD-B72E-A2938950012C}" destId="{91DE067A-26D0-4A9E-98F9-9B2EBD044C36}" srcOrd="0" destOrd="0" presId="urn:microsoft.com/office/officeart/2005/8/layout/bProcess4"/>
    <dgm:cxn modelId="{8AEE39AB-022E-4D2A-BC9F-CF9A4741486D}" type="presOf" srcId="{A5C36C09-87E6-49D9-BC64-F5095F54C043}" destId="{22B029F6-24AA-476B-9B40-68AED68D8784}" srcOrd="0" destOrd="0" presId="urn:microsoft.com/office/officeart/2005/8/layout/bProcess4"/>
    <dgm:cxn modelId="{0B5619B2-B0F5-44B3-98BC-CDD42FF9B249}" srcId="{BABC4602-F916-4561-94F0-1174EF718920}" destId="{BC385E7A-6FE1-4C68-998B-A731E28F508F}" srcOrd="13" destOrd="0" parTransId="{88607576-D451-4544-A631-B3526A19275A}" sibTransId="{5FA961D1-7544-4BB5-BEB6-D8B5EDA4C8EF}"/>
    <dgm:cxn modelId="{2A4AF7B4-54B2-4E5B-B03E-5A1571707A0F}" type="presOf" srcId="{6E1B58C3-D7FF-42D8-BCF5-95767AFBE604}" destId="{0B234B90-0325-417B-8ED2-3265EFD53A7F}" srcOrd="0" destOrd="0" presId="urn:microsoft.com/office/officeart/2005/8/layout/bProcess4"/>
    <dgm:cxn modelId="{2FCF29B6-30C4-40A2-A69A-636B29EECFBA}" type="presOf" srcId="{FC853515-D78D-4386-9A80-49542E54C17A}" destId="{FD50BBAC-BBE2-4DA0-8B92-FBC9AB04E1FC}" srcOrd="0" destOrd="0" presId="urn:microsoft.com/office/officeart/2005/8/layout/bProcess4"/>
    <dgm:cxn modelId="{1D6D88B8-11F9-4C9D-B5A6-D68FA5876C80}" type="presOf" srcId="{35997C89-6974-4F4D-B60D-B6EDCAA6B936}" destId="{CF353763-D98E-40AD-9C29-233E2890D36F}" srcOrd="0" destOrd="0" presId="urn:microsoft.com/office/officeart/2005/8/layout/bProcess4"/>
    <dgm:cxn modelId="{22305AC1-D391-401C-B655-CF3B67C95190}" srcId="{BABC4602-F916-4561-94F0-1174EF718920}" destId="{4A08EE17-CAFF-4385-8744-ECD36F4AA668}" srcOrd="10" destOrd="0" parTransId="{51F3BA15-2CFD-4DB9-B955-EDF844852058}" sibTransId="{0C3C86AB-9AE4-4735-AF14-963062D870AE}"/>
    <dgm:cxn modelId="{F869E8CE-FC63-44DE-8720-F86F243262A2}" type="presOf" srcId="{2CD977B8-635C-4C6C-B6DC-9A72953CA0C8}" destId="{D53153EF-E877-420F-80CC-EB8F13D2742A}" srcOrd="0" destOrd="0" presId="urn:microsoft.com/office/officeart/2005/8/layout/bProcess4"/>
    <dgm:cxn modelId="{CEE780D2-48B9-4E83-8D56-C09B6B7857ED}" type="presOf" srcId="{D5111677-96E7-41A1-8EE1-04EFD1CFF661}" destId="{C322BAA3-BB55-416F-BDFF-E6F0F5564422}" srcOrd="0" destOrd="0" presId="urn:microsoft.com/office/officeart/2005/8/layout/bProcess4"/>
    <dgm:cxn modelId="{0583F9D6-A386-433A-8AE8-2EE0F180EE60}" srcId="{BABC4602-F916-4561-94F0-1174EF718920}" destId="{EEC96CBF-CF43-43ED-9A1D-C54AB4658AF3}" srcOrd="3" destOrd="0" parTransId="{5728DD35-5FF2-452B-9822-DA420B65CF1E}" sibTransId="{D5111677-96E7-41A1-8EE1-04EFD1CFF661}"/>
    <dgm:cxn modelId="{3AF790DE-7A10-4AB5-AD01-BAF8C2562CAA}" type="presOf" srcId="{7EC7056A-54D8-420E-9987-5AD1276B1EAD}" destId="{41AFEB77-6B36-4320-98F2-D41F07555F92}" srcOrd="0" destOrd="0" presId="urn:microsoft.com/office/officeart/2005/8/layout/bProcess4"/>
    <dgm:cxn modelId="{E90A42E6-89F5-4805-8359-AD5E0B01F34A}" srcId="{BABC4602-F916-4561-94F0-1174EF718920}" destId="{2CD977B8-635C-4C6C-B6DC-9A72953CA0C8}" srcOrd="12" destOrd="0" parTransId="{63483F62-7B1A-48C0-AD92-7021A9C4B7B8}" sibTransId="{6E1B58C3-D7FF-42D8-BCF5-95767AFBE604}"/>
    <dgm:cxn modelId="{99BDD8EF-426D-4085-815D-399FD53181AC}" type="presOf" srcId="{0C3C86AB-9AE4-4735-AF14-963062D870AE}" destId="{9A1F3572-4F4A-4DC7-92AA-835304B57A2A}" srcOrd="0" destOrd="0" presId="urn:microsoft.com/office/officeart/2005/8/layout/bProcess4"/>
    <dgm:cxn modelId="{15BAB6F0-FEA8-4ABB-B147-ACDA636B65FF}" srcId="{BABC4602-F916-4561-94F0-1174EF718920}" destId="{A19B1A2E-66A5-48B7-80CD-7064159DA0D2}" srcOrd="0" destOrd="0" parTransId="{87B717E7-21D8-4669-8696-9E86DD0081CC}" sibTransId="{C1741461-3621-488D-B395-5C804300F421}"/>
    <dgm:cxn modelId="{B71337FB-89CC-4129-BA59-FA2319BC2F3A}" srcId="{BABC4602-F916-4561-94F0-1174EF718920}" destId="{75BC481E-4E7D-404A-A944-00B8D0A1F0CC}" srcOrd="9" destOrd="0" parTransId="{30FDBA30-97C3-4047-83EE-1CAB4D21233B}" sibTransId="{A5C36C09-87E6-49D9-BC64-F5095F54C043}"/>
    <dgm:cxn modelId="{4507DDFD-904A-4BC6-BB44-40A98F167619}" srcId="{BABC4602-F916-4561-94F0-1174EF718920}" destId="{7C94F4BF-9CF5-49A1-A38A-77FCEA7C2DFC}" srcOrd="2" destOrd="0" parTransId="{1453447C-5018-43E4-BBD5-A979A1218AED}" sibTransId="{A7C933FE-A0E5-40CD-B72E-A2938950012C}"/>
    <dgm:cxn modelId="{DEF2D89C-AFBA-4FAB-97C9-728CEB335206}" type="presParOf" srcId="{C1F7FB1A-B8ED-4A4C-B5DA-551B3F94F3B4}" destId="{EC1CC78E-5FC1-4EB8-B014-6DA52407730F}" srcOrd="0" destOrd="0" presId="urn:microsoft.com/office/officeart/2005/8/layout/bProcess4"/>
    <dgm:cxn modelId="{6EA562FD-5D27-491D-AA85-4C2E147F2F5F}" type="presParOf" srcId="{EC1CC78E-5FC1-4EB8-B014-6DA52407730F}" destId="{7AAD8C81-9B39-4493-8779-6A015ADC0F21}" srcOrd="0" destOrd="0" presId="urn:microsoft.com/office/officeart/2005/8/layout/bProcess4"/>
    <dgm:cxn modelId="{B663BAD3-FC49-45F8-A626-DB91B1E87884}" type="presParOf" srcId="{EC1CC78E-5FC1-4EB8-B014-6DA52407730F}" destId="{1B703021-59E3-4419-9D61-2CEB5FE30219}" srcOrd="1" destOrd="0" presId="urn:microsoft.com/office/officeart/2005/8/layout/bProcess4"/>
    <dgm:cxn modelId="{71DC4984-4E1C-4DB9-B09D-9C8FA081849E}" type="presParOf" srcId="{C1F7FB1A-B8ED-4A4C-B5DA-551B3F94F3B4}" destId="{4B45B782-4003-4C3A-8473-A49E890A8E9C}" srcOrd="1" destOrd="0" presId="urn:microsoft.com/office/officeart/2005/8/layout/bProcess4"/>
    <dgm:cxn modelId="{9507C17C-FC0F-4D84-8F52-73BF7501B86C}" type="presParOf" srcId="{C1F7FB1A-B8ED-4A4C-B5DA-551B3F94F3B4}" destId="{FA194A72-11FA-4D1F-A75B-2486B1766877}" srcOrd="2" destOrd="0" presId="urn:microsoft.com/office/officeart/2005/8/layout/bProcess4"/>
    <dgm:cxn modelId="{E321F0D1-2D62-42B7-9A59-32948697936C}" type="presParOf" srcId="{FA194A72-11FA-4D1F-A75B-2486B1766877}" destId="{EAD0C792-951D-40C7-BE05-CB0C23904E43}" srcOrd="0" destOrd="0" presId="urn:microsoft.com/office/officeart/2005/8/layout/bProcess4"/>
    <dgm:cxn modelId="{217C8127-150C-44D3-8FB2-083C97988FA2}" type="presParOf" srcId="{FA194A72-11FA-4D1F-A75B-2486B1766877}" destId="{9D0F871E-1C9D-4C5F-9538-C72BCEEB4FBA}" srcOrd="1" destOrd="0" presId="urn:microsoft.com/office/officeart/2005/8/layout/bProcess4"/>
    <dgm:cxn modelId="{A054C30F-63B0-40D1-9125-5F67B8C00339}" type="presParOf" srcId="{C1F7FB1A-B8ED-4A4C-B5DA-551B3F94F3B4}" destId="{8D1B9DA0-9190-4227-9F39-43DFC509E4AF}" srcOrd="3" destOrd="0" presId="urn:microsoft.com/office/officeart/2005/8/layout/bProcess4"/>
    <dgm:cxn modelId="{D27DF6BD-AEF3-4A64-A18B-26F3D5B60953}" type="presParOf" srcId="{C1F7FB1A-B8ED-4A4C-B5DA-551B3F94F3B4}" destId="{53B5DA59-5245-4022-845F-AF050EBDF35B}" srcOrd="4" destOrd="0" presId="urn:microsoft.com/office/officeart/2005/8/layout/bProcess4"/>
    <dgm:cxn modelId="{DBFCDAE1-67A0-464C-8DE5-426F7D37DF1B}" type="presParOf" srcId="{53B5DA59-5245-4022-845F-AF050EBDF35B}" destId="{EB64855F-608A-497E-82CF-42F0211470D3}" srcOrd="0" destOrd="0" presId="urn:microsoft.com/office/officeart/2005/8/layout/bProcess4"/>
    <dgm:cxn modelId="{6BD0A18E-6C6A-4A08-9D64-2D008D1D864C}" type="presParOf" srcId="{53B5DA59-5245-4022-845F-AF050EBDF35B}" destId="{ECA4F21F-F29C-4181-9BB5-D72690F7D479}" srcOrd="1" destOrd="0" presId="urn:microsoft.com/office/officeart/2005/8/layout/bProcess4"/>
    <dgm:cxn modelId="{2B4C0A42-4863-4A98-A856-63592452A16A}" type="presParOf" srcId="{C1F7FB1A-B8ED-4A4C-B5DA-551B3F94F3B4}" destId="{91DE067A-26D0-4A9E-98F9-9B2EBD044C36}" srcOrd="5" destOrd="0" presId="urn:microsoft.com/office/officeart/2005/8/layout/bProcess4"/>
    <dgm:cxn modelId="{74462EC4-2263-4BE7-B069-C17E90F9421B}" type="presParOf" srcId="{C1F7FB1A-B8ED-4A4C-B5DA-551B3F94F3B4}" destId="{AF7F57D4-B32E-40C0-AAFD-591183564DB0}" srcOrd="6" destOrd="0" presId="urn:microsoft.com/office/officeart/2005/8/layout/bProcess4"/>
    <dgm:cxn modelId="{11B04FC9-3D4C-4D40-B766-BC3350D88B5D}" type="presParOf" srcId="{AF7F57D4-B32E-40C0-AAFD-591183564DB0}" destId="{34615CAF-5545-4FB0-9D3E-D82C77DDF203}" srcOrd="0" destOrd="0" presId="urn:microsoft.com/office/officeart/2005/8/layout/bProcess4"/>
    <dgm:cxn modelId="{33DCBD91-F454-423C-8A9F-84D510CB6ED9}" type="presParOf" srcId="{AF7F57D4-B32E-40C0-AAFD-591183564DB0}" destId="{819F0D3B-4C53-4A88-96A6-6E722F2D80E3}" srcOrd="1" destOrd="0" presId="urn:microsoft.com/office/officeart/2005/8/layout/bProcess4"/>
    <dgm:cxn modelId="{6850F8A5-5BB6-482F-BE06-3AE12C072441}" type="presParOf" srcId="{C1F7FB1A-B8ED-4A4C-B5DA-551B3F94F3B4}" destId="{C322BAA3-BB55-416F-BDFF-E6F0F5564422}" srcOrd="7" destOrd="0" presId="urn:microsoft.com/office/officeart/2005/8/layout/bProcess4"/>
    <dgm:cxn modelId="{40A996AB-6D7F-415A-8442-A2E60EEE94D8}" type="presParOf" srcId="{C1F7FB1A-B8ED-4A4C-B5DA-551B3F94F3B4}" destId="{5483D2F5-56BB-469E-8D66-F9632EB5094F}" srcOrd="8" destOrd="0" presId="urn:microsoft.com/office/officeart/2005/8/layout/bProcess4"/>
    <dgm:cxn modelId="{9C46A152-70F3-4879-A4F7-C39C3462B229}" type="presParOf" srcId="{5483D2F5-56BB-469E-8D66-F9632EB5094F}" destId="{8F3FB6BE-9ACE-4B04-8909-4334BAFC3C83}" srcOrd="0" destOrd="0" presId="urn:microsoft.com/office/officeart/2005/8/layout/bProcess4"/>
    <dgm:cxn modelId="{0D1A9148-4FA4-423C-9C1E-B65876EF9B77}" type="presParOf" srcId="{5483D2F5-56BB-469E-8D66-F9632EB5094F}" destId="{CF353763-D98E-40AD-9C29-233E2890D36F}" srcOrd="1" destOrd="0" presId="urn:microsoft.com/office/officeart/2005/8/layout/bProcess4"/>
    <dgm:cxn modelId="{7304A7E2-9BE5-4658-A6C7-FACDA48C6ADF}" type="presParOf" srcId="{C1F7FB1A-B8ED-4A4C-B5DA-551B3F94F3B4}" destId="{B65FCB62-98B4-4EC3-B0EA-1AB114DE640C}" srcOrd="9" destOrd="0" presId="urn:microsoft.com/office/officeart/2005/8/layout/bProcess4"/>
    <dgm:cxn modelId="{D5F14FB2-07B6-4B31-8670-FF3871719140}" type="presParOf" srcId="{C1F7FB1A-B8ED-4A4C-B5DA-551B3F94F3B4}" destId="{C901D6ED-A9B1-4C0C-8C77-FE2FF5BCF9FC}" srcOrd="10" destOrd="0" presId="urn:microsoft.com/office/officeart/2005/8/layout/bProcess4"/>
    <dgm:cxn modelId="{7609DE98-7CD2-43CB-BA76-28CEA24310C8}" type="presParOf" srcId="{C901D6ED-A9B1-4C0C-8C77-FE2FF5BCF9FC}" destId="{DCBC26D1-EE79-446B-AB6C-9FC2CEC4E41F}" srcOrd="0" destOrd="0" presId="urn:microsoft.com/office/officeart/2005/8/layout/bProcess4"/>
    <dgm:cxn modelId="{F33FB1A3-A9AF-4A7A-8680-F6FBB59348F7}" type="presParOf" srcId="{C901D6ED-A9B1-4C0C-8C77-FE2FF5BCF9FC}" destId="{295FCE7E-A9CC-49AD-979A-EAB0C8C8CA2C}" srcOrd="1" destOrd="0" presId="urn:microsoft.com/office/officeart/2005/8/layout/bProcess4"/>
    <dgm:cxn modelId="{0CC8065D-A5FF-4F79-A8D3-9086B95E3DE5}" type="presParOf" srcId="{C1F7FB1A-B8ED-4A4C-B5DA-551B3F94F3B4}" destId="{02E898E7-0A52-4039-B7FC-734AF75B816C}" srcOrd="11" destOrd="0" presId="urn:microsoft.com/office/officeart/2005/8/layout/bProcess4"/>
    <dgm:cxn modelId="{0F5E72B8-DC70-44BC-90FF-EC165A315CF7}" type="presParOf" srcId="{C1F7FB1A-B8ED-4A4C-B5DA-551B3F94F3B4}" destId="{7FBB3115-C96A-42F1-937A-5158B57D8854}" srcOrd="12" destOrd="0" presId="urn:microsoft.com/office/officeart/2005/8/layout/bProcess4"/>
    <dgm:cxn modelId="{15C42AC0-3E08-4CAF-A26D-98B9B6C129CC}" type="presParOf" srcId="{7FBB3115-C96A-42F1-937A-5158B57D8854}" destId="{77BF08D0-32BC-421C-929E-594647AEDB13}" srcOrd="0" destOrd="0" presId="urn:microsoft.com/office/officeart/2005/8/layout/bProcess4"/>
    <dgm:cxn modelId="{230665A9-549E-4977-B250-BEF995815A27}" type="presParOf" srcId="{7FBB3115-C96A-42F1-937A-5158B57D8854}" destId="{01EA74BD-4CDD-48A3-81AD-31044EB020C2}" srcOrd="1" destOrd="0" presId="urn:microsoft.com/office/officeart/2005/8/layout/bProcess4"/>
    <dgm:cxn modelId="{656B74E1-7175-4C75-9B09-C1FF7C2CE6C7}" type="presParOf" srcId="{C1F7FB1A-B8ED-4A4C-B5DA-551B3F94F3B4}" destId="{764E1AD5-2312-428B-A7F4-86C3EFE0A97C}" srcOrd="13" destOrd="0" presId="urn:microsoft.com/office/officeart/2005/8/layout/bProcess4"/>
    <dgm:cxn modelId="{C1120761-9D0D-461C-A95D-F2849BB81F16}" type="presParOf" srcId="{C1F7FB1A-B8ED-4A4C-B5DA-551B3F94F3B4}" destId="{47EA8638-6AEA-4641-BD8E-798872B64B78}" srcOrd="14" destOrd="0" presId="urn:microsoft.com/office/officeart/2005/8/layout/bProcess4"/>
    <dgm:cxn modelId="{8A2FF545-C0B0-4C3C-9AD5-C689E6BB60CE}" type="presParOf" srcId="{47EA8638-6AEA-4641-BD8E-798872B64B78}" destId="{E7C2F965-57E6-45AE-B581-4AA22B9721EB}" srcOrd="0" destOrd="0" presId="urn:microsoft.com/office/officeart/2005/8/layout/bProcess4"/>
    <dgm:cxn modelId="{F2477F78-38D1-4276-8D51-898A412A5BDE}" type="presParOf" srcId="{47EA8638-6AEA-4641-BD8E-798872B64B78}" destId="{E4BD37D1-07E9-494F-82D0-D2A9FBBD97E2}" srcOrd="1" destOrd="0" presId="urn:microsoft.com/office/officeart/2005/8/layout/bProcess4"/>
    <dgm:cxn modelId="{FE7D4738-7F96-4AE8-A532-1770427AA2E5}" type="presParOf" srcId="{C1F7FB1A-B8ED-4A4C-B5DA-551B3F94F3B4}" destId="{B5F77E0A-CBBB-49F7-804B-0BFAFA059F97}" srcOrd="15" destOrd="0" presId="urn:microsoft.com/office/officeart/2005/8/layout/bProcess4"/>
    <dgm:cxn modelId="{6835747F-8515-48E8-9C2E-0E9660131FE9}" type="presParOf" srcId="{C1F7FB1A-B8ED-4A4C-B5DA-551B3F94F3B4}" destId="{36E836B7-F19C-429B-A101-360C3706DA40}" srcOrd="16" destOrd="0" presId="urn:microsoft.com/office/officeart/2005/8/layout/bProcess4"/>
    <dgm:cxn modelId="{68292731-C1AC-4201-A3C1-AA4FC5E5B6A7}" type="presParOf" srcId="{36E836B7-F19C-429B-A101-360C3706DA40}" destId="{7DBFA9F0-D241-483E-A6D6-2A53FB7701E0}" srcOrd="0" destOrd="0" presId="urn:microsoft.com/office/officeart/2005/8/layout/bProcess4"/>
    <dgm:cxn modelId="{0326F65C-E26D-49B5-87E7-45EA4FFA4951}" type="presParOf" srcId="{36E836B7-F19C-429B-A101-360C3706DA40}" destId="{AE80F91D-C8A6-4FC3-BB1C-E86E3952197A}" srcOrd="1" destOrd="0" presId="urn:microsoft.com/office/officeart/2005/8/layout/bProcess4"/>
    <dgm:cxn modelId="{3165A0C1-8234-4BE1-93EB-32F55CA7B21C}" type="presParOf" srcId="{C1F7FB1A-B8ED-4A4C-B5DA-551B3F94F3B4}" destId="{41AFEB77-6B36-4320-98F2-D41F07555F92}" srcOrd="17" destOrd="0" presId="urn:microsoft.com/office/officeart/2005/8/layout/bProcess4"/>
    <dgm:cxn modelId="{FE492527-A992-4ED5-A286-1677F78CF082}" type="presParOf" srcId="{C1F7FB1A-B8ED-4A4C-B5DA-551B3F94F3B4}" destId="{D50B6A78-E755-4627-9D2E-E84051B2ECCA}" srcOrd="18" destOrd="0" presId="urn:microsoft.com/office/officeart/2005/8/layout/bProcess4"/>
    <dgm:cxn modelId="{ACBE4118-523B-467A-8EE7-A9173AF3B363}" type="presParOf" srcId="{D50B6A78-E755-4627-9D2E-E84051B2ECCA}" destId="{E56A6DDD-DCBD-43E0-BA93-A575B72443D8}" srcOrd="0" destOrd="0" presId="urn:microsoft.com/office/officeart/2005/8/layout/bProcess4"/>
    <dgm:cxn modelId="{2BAD6A13-28A1-4981-81FA-AEEC544BE6E1}" type="presParOf" srcId="{D50B6A78-E755-4627-9D2E-E84051B2ECCA}" destId="{21F2DC34-E6AF-483E-8D1E-9E730412925A}" srcOrd="1" destOrd="0" presId="urn:microsoft.com/office/officeart/2005/8/layout/bProcess4"/>
    <dgm:cxn modelId="{C258BEC2-ACE3-42CA-ACDA-79D504864C80}" type="presParOf" srcId="{C1F7FB1A-B8ED-4A4C-B5DA-551B3F94F3B4}" destId="{22B029F6-24AA-476B-9B40-68AED68D8784}" srcOrd="19" destOrd="0" presId="urn:microsoft.com/office/officeart/2005/8/layout/bProcess4"/>
    <dgm:cxn modelId="{A1F9FE83-8869-4931-A986-51D0A92422A5}" type="presParOf" srcId="{C1F7FB1A-B8ED-4A4C-B5DA-551B3F94F3B4}" destId="{292A21F2-99E0-41AE-A203-27F056AD1DF2}" srcOrd="20" destOrd="0" presId="urn:microsoft.com/office/officeart/2005/8/layout/bProcess4"/>
    <dgm:cxn modelId="{B44A691A-DCF5-43CD-B0BE-5ABD2BA3B538}" type="presParOf" srcId="{292A21F2-99E0-41AE-A203-27F056AD1DF2}" destId="{F77DB209-CB7A-44CB-92DC-DB9DDC9365EA}" srcOrd="0" destOrd="0" presId="urn:microsoft.com/office/officeart/2005/8/layout/bProcess4"/>
    <dgm:cxn modelId="{B1E5254E-50CC-4BF1-A1A5-46659E184FA1}" type="presParOf" srcId="{292A21F2-99E0-41AE-A203-27F056AD1DF2}" destId="{7A192CCC-A325-4FD5-A66E-5E1CF87133A3}" srcOrd="1" destOrd="0" presId="urn:microsoft.com/office/officeart/2005/8/layout/bProcess4"/>
    <dgm:cxn modelId="{0A8BFDE5-7B0B-451B-BA15-78ABCCE0B9E9}" type="presParOf" srcId="{C1F7FB1A-B8ED-4A4C-B5DA-551B3F94F3B4}" destId="{9A1F3572-4F4A-4DC7-92AA-835304B57A2A}" srcOrd="21" destOrd="0" presId="urn:microsoft.com/office/officeart/2005/8/layout/bProcess4"/>
    <dgm:cxn modelId="{A2E6EFE0-4FFC-4592-BFF6-6F53FD47B55E}" type="presParOf" srcId="{C1F7FB1A-B8ED-4A4C-B5DA-551B3F94F3B4}" destId="{C05FD69B-1E35-47EB-A993-941BE2796B21}" srcOrd="22" destOrd="0" presId="urn:microsoft.com/office/officeart/2005/8/layout/bProcess4"/>
    <dgm:cxn modelId="{92A5CC91-3D54-4B6D-9874-B3B63E89A28E}" type="presParOf" srcId="{C05FD69B-1E35-47EB-A993-941BE2796B21}" destId="{6257CD61-61F7-40F9-BD2C-C16935F9D365}" srcOrd="0" destOrd="0" presId="urn:microsoft.com/office/officeart/2005/8/layout/bProcess4"/>
    <dgm:cxn modelId="{7F1E866B-934C-4323-B8B4-EA1192A05514}" type="presParOf" srcId="{C05FD69B-1E35-47EB-A993-941BE2796B21}" destId="{FD50BBAC-BBE2-4DA0-8B92-FBC9AB04E1FC}" srcOrd="1" destOrd="0" presId="urn:microsoft.com/office/officeart/2005/8/layout/bProcess4"/>
    <dgm:cxn modelId="{27A93191-9C3A-432B-97D6-94FCB3AC2BFC}" type="presParOf" srcId="{C1F7FB1A-B8ED-4A4C-B5DA-551B3F94F3B4}" destId="{255D4A64-D5CE-4A11-ABFB-EFC2C3ECBEB2}" srcOrd="23" destOrd="0" presId="urn:microsoft.com/office/officeart/2005/8/layout/bProcess4"/>
    <dgm:cxn modelId="{64743401-9FD8-4D0C-999A-D992E6E25DE7}" type="presParOf" srcId="{C1F7FB1A-B8ED-4A4C-B5DA-551B3F94F3B4}" destId="{1BC92D5F-90D1-4EDA-92BD-E4AD203C63BC}" srcOrd="24" destOrd="0" presId="urn:microsoft.com/office/officeart/2005/8/layout/bProcess4"/>
    <dgm:cxn modelId="{041686E6-B007-4F4A-9306-23ED9CBE787A}" type="presParOf" srcId="{1BC92D5F-90D1-4EDA-92BD-E4AD203C63BC}" destId="{8A750ED3-CB73-4976-A160-95C5B91C1B24}" srcOrd="0" destOrd="0" presId="urn:microsoft.com/office/officeart/2005/8/layout/bProcess4"/>
    <dgm:cxn modelId="{AF4EADF4-E575-474B-9EA2-99112FBDAFDA}" type="presParOf" srcId="{1BC92D5F-90D1-4EDA-92BD-E4AD203C63BC}" destId="{D53153EF-E877-420F-80CC-EB8F13D2742A}" srcOrd="1" destOrd="0" presId="urn:microsoft.com/office/officeart/2005/8/layout/bProcess4"/>
    <dgm:cxn modelId="{58360739-916F-4D16-9BEA-6FA3B80523AE}" type="presParOf" srcId="{C1F7FB1A-B8ED-4A4C-B5DA-551B3F94F3B4}" destId="{0B234B90-0325-417B-8ED2-3265EFD53A7F}" srcOrd="25" destOrd="0" presId="urn:microsoft.com/office/officeart/2005/8/layout/bProcess4"/>
    <dgm:cxn modelId="{6AAD12E7-132F-41C3-B4D8-F9E01E57CC6B}" type="presParOf" srcId="{C1F7FB1A-B8ED-4A4C-B5DA-551B3F94F3B4}" destId="{305484D1-54AB-4445-8B7A-DAA7847FA3A9}" srcOrd="26" destOrd="0" presId="urn:microsoft.com/office/officeart/2005/8/layout/bProcess4"/>
    <dgm:cxn modelId="{3CDEC336-2ACB-4610-A1C0-06B06639E45F}" type="presParOf" srcId="{305484D1-54AB-4445-8B7A-DAA7847FA3A9}" destId="{A11A5359-E81E-4FE5-B371-4C2C406E4661}" srcOrd="0" destOrd="0" presId="urn:microsoft.com/office/officeart/2005/8/layout/bProcess4"/>
    <dgm:cxn modelId="{D21B88A0-877E-4824-9B8F-DF5E0C9FEC9A}" type="presParOf" srcId="{305484D1-54AB-4445-8B7A-DAA7847FA3A9}" destId="{A8D3B634-4E6D-41E1-8414-6D2D152F283C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181CCAE-3893-4CEC-B94D-589A64CB84F7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4E863937-B72B-486E-BE07-453DC52D166A}">
      <dgm:prSet phldrT="[Texte]"/>
      <dgm:spPr/>
      <dgm:t>
        <a:bodyPr/>
        <a:lstStyle/>
        <a:p>
          <a:r>
            <a:rPr lang="fr-FR" dirty="0"/>
            <a:t>1</a:t>
          </a:r>
        </a:p>
      </dgm:t>
    </dgm:pt>
    <dgm:pt modelId="{AE8551A2-1CDB-4684-B47D-8822284140CD}" type="parTrans" cxnId="{8440D13A-06AE-4464-95B6-A992FE0A4FC2}">
      <dgm:prSet/>
      <dgm:spPr/>
      <dgm:t>
        <a:bodyPr/>
        <a:lstStyle/>
        <a:p>
          <a:endParaRPr lang="fr-FR"/>
        </a:p>
      </dgm:t>
    </dgm:pt>
    <dgm:pt modelId="{A6858CB5-9EDF-44CE-BF42-A7D50A2EF7EF}" type="sibTrans" cxnId="{8440D13A-06AE-4464-95B6-A992FE0A4FC2}">
      <dgm:prSet/>
      <dgm:spPr/>
      <dgm:t>
        <a:bodyPr/>
        <a:lstStyle/>
        <a:p>
          <a:endParaRPr lang="fr-FR"/>
        </a:p>
      </dgm:t>
    </dgm:pt>
    <dgm:pt modelId="{10FE56F4-6485-4D81-B35E-B0FBFF8C2216}">
      <dgm:prSet phldrT="[Texte]" custT="1"/>
      <dgm:spPr>
        <a:solidFill>
          <a:schemeClr val="accent1">
            <a:lumMod val="40000"/>
            <a:lumOff val="60000"/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 sz="2000" b="1" dirty="0">
              <a:solidFill>
                <a:schemeClr val="accent1">
                  <a:lumMod val="50000"/>
                </a:schemeClr>
              </a:solidFill>
            </a:rPr>
            <a:t>Real-time experiment on the ALIX line  </a:t>
          </a:r>
          <a:endParaRPr lang="fr-FR" sz="2000" dirty="0">
            <a:solidFill>
              <a:schemeClr val="accent1">
                <a:lumMod val="50000"/>
              </a:schemeClr>
            </a:solidFill>
          </a:endParaRPr>
        </a:p>
      </dgm:t>
    </dgm:pt>
    <dgm:pt modelId="{5798E103-45E6-4199-818D-17D2F4434770}" type="parTrans" cxnId="{B9165BDA-2F9B-4EC9-9B9F-DA74A8983F37}">
      <dgm:prSet/>
      <dgm:spPr/>
      <dgm:t>
        <a:bodyPr/>
        <a:lstStyle/>
        <a:p>
          <a:endParaRPr lang="fr-FR"/>
        </a:p>
      </dgm:t>
    </dgm:pt>
    <dgm:pt modelId="{0163900B-7597-44FB-8DF6-D3C95CBDA0E7}" type="sibTrans" cxnId="{B9165BDA-2F9B-4EC9-9B9F-DA74A8983F37}">
      <dgm:prSet/>
      <dgm:spPr/>
      <dgm:t>
        <a:bodyPr/>
        <a:lstStyle/>
        <a:p>
          <a:endParaRPr lang="fr-FR"/>
        </a:p>
      </dgm:t>
    </dgm:pt>
    <dgm:pt modelId="{1762F3F1-E27D-4FA7-AC4F-DCA90A26F034}">
      <dgm:prSet phldrT="[Texte]"/>
      <dgm:spPr/>
      <dgm:t>
        <a:bodyPr/>
        <a:lstStyle/>
        <a:p>
          <a:r>
            <a:rPr lang="fr-FR" dirty="0"/>
            <a:t>2</a:t>
          </a:r>
        </a:p>
      </dgm:t>
    </dgm:pt>
    <dgm:pt modelId="{C58A9564-3BB3-4290-BB9F-975968DB15DC}" type="parTrans" cxnId="{2C69031A-B9FA-49A7-A44B-55FC5C7CA9DA}">
      <dgm:prSet/>
      <dgm:spPr/>
      <dgm:t>
        <a:bodyPr/>
        <a:lstStyle/>
        <a:p>
          <a:endParaRPr lang="fr-FR"/>
        </a:p>
      </dgm:t>
    </dgm:pt>
    <dgm:pt modelId="{C3EF7A5C-F64A-44A4-BBAF-2D38051E0225}" type="sibTrans" cxnId="{2C69031A-B9FA-49A7-A44B-55FC5C7CA9DA}">
      <dgm:prSet/>
      <dgm:spPr/>
      <dgm:t>
        <a:bodyPr/>
        <a:lstStyle/>
        <a:p>
          <a:endParaRPr lang="fr-FR"/>
        </a:p>
      </dgm:t>
    </dgm:pt>
    <dgm:pt modelId="{58E31D52-25AC-4D2F-A501-3E83BC09948C}">
      <dgm:prSet phldrT="[Texte]" custT="1"/>
      <dgm:spPr>
        <a:solidFill>
          <a:schemeClr val="accent1">
            <a:lumMod val="20000"/>
            <a:lumOff val="80000"/>
            <a:alpha val="90000"/>
          </a:schemeClr>
        </a:solidFill>
        <a:ln>
          <a:solidFill>
            <a:schemeClr val="tx1"/>
          </a:solidFill>
        </a:ln>
      </dgm:spPr>
      <dgm:t>
        <a:bodyPr/>
        <a:lstStyle/>
        <a:p>
          <a:pPr>
            <a:buFontTx/>
            <a:buNone/>
          </a:pPr>
          <a:r>
            <a:rPr lang="fr-FR" sz="2000" b="1" dirty="0">
              <a:solidFill>
                <a:schemeClr val="accent1">
                  <a:lumMod val="50000"/>
                </a:schemeClr>
              </a:solidFill>
            </a:rPr>
            <a:t>TDMS data acquisition</a:t>
          </a:r>
          <a:endParaRPr lang="fr-FR" sz="2000" dirty="0">
            <a:solidFill>
              <a:schemeClr val="accent1">
                <a:lumMod val="50000"/>
              </a:schemeClr>
            </a:solidFill>
          </a:endParaRPr>
        </a:p>
      </dgm:t>
    </dgm:pt>
    <dgm:pt modelId="{9206946A-2471-4086-AA85-531C2E9EF14A}" type="parTrans" cxnId="{CE3C42A4-4C20-4C03-AE67-87290277B9BB}">
      <dgm:prSet/>
      <dgm:spPr/>
      <dgm:t>
        <a:bodyPr/>
        <a:lstStyle/>
        <a:p>
          <a:endParaRPr lang="fr-FR"/>
        </a:p>
      </dgm:t>
    </dgm:pt>
    <dgm:pt modelId="{7BAB541D-0786-49B4-A9C2-10BD11C69BCC}" type="sibTrans" cxnId="{CE3C42A4-4C20-4C03-AE67-87290277B9BB}">
      <dgm:prSet/>
      <dgm:spPr/>
      <dgm:t>
        <a:bodyPr/>
        <a:lstStyle/>
        <a:p>
          <a:endParaRPr lang="fr-FR"/>
        </a:p>
      </dgm:t>
    </dgm:pt>
    <dgm:pt modelId="{69322F2E-F2A1-4E22-BCE5-10E50AD375B4}">
      <dgm:prSet phldrT="[Texte]"/>
      <dgm:spPr/>
      <dgm:t>
        <a:bodyPr/>
        <a:lstStyle/>
        <a:p>
          <a:r>
            <a:rPr lang="fr-FR" dirty="0"/>
            <a:t>3</a:t>
          </a:r>
        </a:p>
      </dgm:t>
    </dgm:pt>
    <dgm:pt modelId="{27736337-8BBE-4FC0-BA88-EC283C0E4844}" type="parTrans" cxnId="{A8ACB3D2-90DE-479E-A8F9-F1F9BC4F87E6}">
      <dgm:prSet/>
      <dgm:spPr/>
      <dgm:t>
        <a:bodyPr/>
        <a:lstStyle/>
        <a:p>
          <a:endParaRPr lang="fr-FR"/>
        </a:p>
      </dgm:t>
    </dgm:pt>
    <dgm:pt modelId="{2CF35579-908F-4B36-9FEC-FDE275D5DC21}" type="sibTrans" cxnId="{A8ACB3D2-90DE-479E-A8F9-F1F9BC4F87E6}">
      <dgm:prSet/>
      <dgm:spPr/>
      <dgm:t>
        <a:bodyPr/>
        <a:lstStyle/>
        <a:p>
          <a:endParaRPr lang="fr-FR"/>
        </a:p>
      </dgm:t>
    </dgm:pt>
    <dgm:pt modelId="{6ED26780-4520-4C66-8990-7D3453547B54}">
      <dgm:prSet/>
      <dgm:spPr>
        <a:solidFill>
          <a:schemeClr val="accent1">
            <a:lumMod val="40000"/>
            <a:lumOff val="60000"/>
            <a:alpha val="90000"/>
          </a:schemeClr>
        </a:solidFill>
      </dgm:spPr>
      <dgm:t>
        <a:bodyPr/>
        <a:lstStyle/>
        <a:p>
          <a:endParaRPr lang="fr-FR"/>
        </a:p>
      </dgm:t>
    </dgm:pt>
    <dgm:pt modelId="{9C81181B-057E-4D3C-A653-B0A19AA10384}" type="parTrans" cxnId="{64A9B553-6DB8-4FF6-8592-ADD872633F95}">
      <dgm:prSet/>
      <dgm:spPr/>
      <dgm:t>
        <a:bodyPr/>
        <a:lstStyle/>
        <a:p>
          <a:endParaRPr lang="fr-FR"/>
        </a:p>
      </dgm:t>
    </dgm:pt>
    <dgm:pt modelId="{E0424FCF-45CC-45A1-B5E3-4C0DDD9D104C}" type="sibTrans" cxnId="{64A9B553-6DB8-4FF6-8592-ADD872633F95}">
      <dgm:prSet/>
      <dgm:spPr/>
      <dgm:t>
        <a:bodyPr/>
        <a:lstStyle/>
        <a:p>
          <a:endParaRPr lang="fr-FR"/>
        </a:p>
      </dgm:t>
    </dgm:pt>
    <dgm:pt modelId="{27712838-1741-46D1-B164-627538C58D21}" type="pres">
      <dgm:prSet presAssocID="{0181CCAE-3893-4CEC-B94D-589A64CB84F7}" presName="linearFlow" presStyleCnt="0">
        <dgm:presLayoutVars>
          <dgm:dir/>
          <dgm:animLvl val="lvl"/>
          <dgm:resizeHandles val="exact"/>
        </dgm:presLayoutVars>
      </dgm:prSet>
      <dgm:spPr/>
    </dgm:pt>
    <dgm:pt modelId="{3FEAC26E-4CCE-4516-B575-1A0BA17BD5FC}" type="pres">
      <dgm:prSet presAssocID="{4E863937-B72B-486E-BE07-453DC52D166A}" presName="composite" presStyleCnt="0"/>
      <dgm:spPr/>
    </dgm:pt>
    <dgm:pt modelId="{4EFDFE91-175C-4B2B-9428-707BEDB72C59}" type="pres">
      <dgm:prSet presAssocID="{4E863937-B72B-486E-BE07-453DC52D166A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E016BA7D-DC91-4202-8B38-A745057E47E4}" type="pres">
      <dgm:prSet presAssocID="{4E863937-B72B-486E-BE07-453DC52D166A}" presName="descendantText" presStyleLbl="alignAcc1" presStyleIdx="0" presStyleCnt="3">
        <dgm:presLayoutVars>
          <dgm:bulletEnabled val="1"/>
        </dgm:presLayoutVars>
      </dgm:prSet>
      <dgm:spPr/>
    </dgm:pt>
    <dgm:pt modelId="{D8DBBA0B-4D20-4679-8586-BF55D4E54385}" type="pres">
      <dgm:prSet presAssocID="{A6858CB5-9EDF-44CE-BF42-A7D50A2EF7EF}" presName="sp" presStyleCnt="0"/>
      <dgm:spPr/>
    </dgm:pt>
    <dgm:pt modelId="{69F20886-4A6A-4788-A454-607EC2A65CAF}" type="pres">
      <dgm:prSet presAssocID="{1762F3F1-E27D-4FA7-AC4F-DCA90A26F034}" presName="composite" presStyleCnt="0"/>
      <dgm:spPr/>
    </dgm:pt>
    <dgm:pt modelId="{D87C2897-2C49-4856-BC89-F6D9BA0C8030}" type="pres">
      <dgm:prSet presAssocID="{1762F3F1-E27D-4FA7-AC4F-DCA90A26F034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4B61C233-A8D9-43C5-A3ED-4D2004B25E9E}" type="pres">
      <dgm:prSet presAssocID="{1762F3F1-E27D-4FA7-AC4F-DCA90A26F034}" presName="descendantText" presStyleLbl="alignAcc1" presStyleIdx="1" presStyleCnt="3">
        <dgm:presLayoutVars>
          <dgm:bulletEnabled val="1"/>
        </dgm:presLayoutVars>
      </dgm:prSet>
      <dgm:spPr/>
    </dgm:pt>
    <dgm:pt modelId="{FBE684A7-AF98-4B7D-851E-982111CD9DFE}" type="pres">
      <dgm:prSet presAssocID="{C3EF7A5C-F64A-44A4-BBAF-2D38051E0225}" presName="sp" presStyleCnt="0"/>
      <dgm:spPr/>
    </dgm:pt>
    <dgm:pt modelId="{29039CD6-E891-4408-AEBB-89454151502A}" type="pres">
      <dgm:prSet presAssocID="{69322F2E-F2A1-4E22-BCE5-10E50AD375B4}" presName="composite" presStyleCnt="0"/>
      <dgm:spPr/>
    </dgm:pt>
    <dgm:pt modelId="{64B401EC-354C-461B-B59E-9358C41870A5}" type="pres">
      <dgm:prSet presAssocID="{69322F2E-F2A1-4E22-BCE5-10E50AD375B4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B508D8AF-C730-4AC0-B4BD-6A1FDC8A5913}" type="pres">
      <dgm:prSet presAssocID="{69322F2E-F2A1-4E22-BCE5-10E50AD375B4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2C69031A-B9FA-49A7-A44B-55FC5C7CA9DA}" srcId="{0181CCAE-3893-4CEC-B94D-589A64CB84F7}" destId="{1762F3F1-E27D-4FA7-AC4F-DCA90A26F034}" srcOrd="1" destOrd="0" parTransId="{C58A9564-3BB3-4290-BB9F-975968DB15DC}" sibTransId="{C3EF7A5C-F64A-44A4-BBAF-2D38051E0225}"/>
    <dgm:cxn modelId="{8440D13A-06AE-4464-95B6-A992FE0A4FC2}" srcId="{0181CCAE-3893-4CEC-B94D-589A64CB84F7}" destId="{4E863937-B72B-486E-BE07-453DC52D166A}" srcOrd="0" destOrd="0" parTransId="{AE8551A2-1CDB-4684-B47D-8822284140CD}" sibTransId="{A6858CB5-9EDF-44CE-BF42-A7D50A2EF7EF}"/>
    <dgm:cxn modelId="{6D27BF3C-86FE-4661-9826-89E3DABDAE58}" type="presOf" srcId="{10FE56F4-6485-4D81-B35E-B0FBFF8C2216}" destId="{E016BA7D-DC91-4202-8B38-A745057E47E4}" srcOrd="0" destOrd="0" presId="urn:microsoft.com/office/officeart/2005/8/layout/chevron2"/>
    <dgm:cxn modelId="{E207CB52-1ACF-4B74-ADCA-D0FF9BF6A803}" type="presOf" srcId="{58E31D52-25AC-4D2F-A501-3E83BC09948C}" destId="{4B61C233-A8D9-43C5-A3ED-4D2004B25E9E}" srcOrd="0" destOrd="0" presId="urn:microsoft.com/office/officeart/2005/8/layout/chevron2"/>
    <dgm:cxn modelId="{64A9B553-6DB8-4FF6-8592-ADD872633F95}" srcId="{69322F2E-F2A1-4E22-BCE5-10E50AD375B4}" destId="{6ED26780-4520-4C66-8990-7D3453547B54}" srcOrd="0" destOrd="0" parTransId="{9C81181B-057E-4D3C-A653-B0A19AA10384}" sibTransId="{E0424FCF-45CC-45A1-B5E3-4C0DDD9D104C}"/>
    <dgm:cxn modelId="{B76D6E80-7B57-4598-B7E5-25FDC27A856B}" type="presOf" srcId="{69322F2E-F2A1-4E22-BCE5-10E50AD375B4}" destId="{64B401EC-354C-461B-B59E-9358C41870A5}" srcOrd="0" destOrd="0" presId="urn:microsoft.com/office/officeart/2005/8/layout/chevron2"/>
    <dgm:cxn modelId="{A672BE8F-22BA-4521-ABDA-B5DFD502808A}" type="presOf" srcId="{1762F3F1-E27D-4FA7-AC4F-DCA90A26F034}" destId="{D87C2897-2C49-4856-BC89-F6D9BA0C8030}" srcOrd="0" destOrd="0" presId="urn:microsoft.com/office/officeart/2005/8/layout/chevron2"/>
    <dgm:cxn modelId="{CE3C42A4-4C20-4C03-AE67-87290277B9BB}" srcId="{1762F3F1-E27D-4FA7-AC4F-DCA90A26F034}" destId="{58E31D52-25AC-4D2F-A501-3E83BC09948C}" srcOrd="0" destOrd="0" parTransId="{9206946A-2471-4086-AA85-531C2E9EF14A}" sibTransId="{7BAB541D-0786-49B4-A9C2-10BD11C69BCC}"/>
    <dgm:cxn modelId="{A8ACB3D2-90DE-479E-A8F9-F1F9BC4F87E6}" srcId="{0181CCAE-3893-4CEC-B94D-589A64CB84F7}" destId="{69322F2E-F2A1-4E22-BCE5-10E50AD375B4}" srcOrd="2" destOrd="0" parTransId="{27736337-8BBE-4FC0-BA88-EC283C0E4844}" sibTransId="{2CF35579-908F-4B36-9FEC-FDE275D5DC21}"/>
    <dgm:cxn modelId="{60CD6DD6-6242-42C3-BD89-7B31EE5CD3C2}" type="presOf" srcId="{4E863937-B72B-486E-BE07-453DC52D166A}" destId="{4EFDFE91-175C-4B2B-9428-707BEDB72C59}" srcOrd="0" destOrd="0" presId="urn:microsoft.com/office/officeart/2005/8/layout/chevron2"/>
    <dgm:cxn modelId="{B9165BDA-2F9B-4EC9-9B9F-DA74A8983F37}" srcId="{4E863937-B72B-486E-BE07-453DC52D166A}" destId="{10FE56F4-6485-4D81-B35E-B0FBFF8C2216}" srcOrd="0" destOrd="0" parTransId="{5798E103-45E6-4199-818D-17D2F4434770}" sibTransId="{0163900B-7597-44FB-8DF6-D3C95CBDA0E7}"/>
    <dgm:cxn modelId="{F03EE8E7-83D6-4C81-A9B8-B207AC8D498B}" type="presOf" srcId="{0181CCAE-3893-4CEC-B94D-589A64CB84F7}" destId="{27712838-1741-46D1-B164-627538C58D21}" srcOrd="0" destOrd="0" presId="urn:microsoft.com/office/officeart/2005/8/layout/chevron2"/>
    <dgm:cxn modelId="{A32ECBF2-2B9D-4B45-9F8E-7ED5B7122D1D}" type="presOf" srcId="{6ED26780-4520-4C66-8990-7D3453547B54}" destId="{B508D8AF-C730-4AC0-B4BD-6A1FDC8A5913}" srcOrd="0" destOrd="0" presId="urn:microsoft.com/office/officeart/2005/8/layout/chevron2"/>
    <dgm:cxn modelId="{DE11FA1C-83BA-45A4-928D-80778178BC2F}" type="presParOf" srcId="{27712838-1741-46D1-B164-627538C58D21}" destId="{3FEAC26E-4CCE-4516-B575-1A0BA17BD5FC}" srcOrd="0" destOrd="0" presId="urn:microsoft.com/office/officeart/2005/8/layout/chevron2"/>
    <dgm:cxn modelId="{E3A86D0A-4750-4CDB-972A-BE9DD9608F52}" type="presParOf" srcId="{3FEAC26E-4CCE-4516-B575-1A0BA17BD5FC}" destId="{4EFDFE91-175C-4B2B-9428-707BEDB72C59}" srcOrd="0" destOrd="0" presId="urn:microsoft.com/office/officeart/2005/8/layout/chevron2"/>
    <dgm:cxn modelId="{A766381F-2B98-43D2-BBC3-39758A16334D}" type="presParOf" srcId="{3FEAC26E-4CCE-4516-B575-1A0BA17BD5FC}" destId="{E016BA7D-DC91-4202-8B38-A745057E47E4}" srcOrd="1" destOrd="0" presId="urn:microsoft.com/office/officeart/2005/8/layout/chevron2"/>
    <dgm:cxn modelId="{8052E861-F87F-4096-B289-4B7102EB5677}" type="presParOf" srcId="{27712838-1741-46D1-B164-627538C58D21}" destId="{D8DBBA0B-4D20-4679-8586-BF55D4E54385}" srcOrd="1" destOrd="0" presId="urn:microsoft.com/office/officeart/2005/8/layout/chevron2"/>
    <dgm:cxn modelId="{22D24650-A64B-40EA-89C5-7A8F6DE5167F}" type="presParOf" srcId="{27712838-1741-46D1-B164-627538C58D21}" destId="{69F20886-4A6A-4788-A454-607EC2A65CAF}" srcOrd="2" destOrd="0" presId="urn:microsoft.com/office/officeart/2005/8/layout/chevron2"/>
    <dgm:cxn modelId="{C2292612-6577-4AEC-92F9-9E35921443CA}" type="presParOf" srcId="{69F20886-4A6A-4788-A454-607EC2A65CAF}" destId="{D87C2897-2C49-4856-BC89-F6D9BA0C8030}" srcOrd="0" destOrd="0" presId="urn:microsoft.com/office/officeart/2005/8/layout/chevron2"/>
    <dgm:cxn modelId="{D3181368-C7EC-4C0F-A107-4439781FD42E}" type="presParOf" srcId="{69F20886-4A6A-4788-A454-607EC2A65CAF}" destId="{4B61C233-A8D9-43C5-A3ED-4D2004B25E9E}" srcOrd="1" destOrd="0" presId="urn:microsoft.com/office/officeart/2005/8/layout/chevron2"/>
    <dgm:cxn modelId="{86F5B94D-0458-498F-A946-D66C999963B0}" type="presParOf" srcId="{27712838-1741-46D1-B164-627538C58D21}" destId="{FBE684A7-AF98-4B7D-851E-982111CD9DFE}" srcOrd="3" destOrd="0" presId="urn:microsoft.com/office/officeart/2005/8/layout/chevron2"/>
    <dgm:cxn modelId="{D64DA0BD-5E09-4838-A7DD-BFDF7B3B42D1}" type="presParOf" srcId="{27712838-1741-46D1-B164-627538C58D21}" destId="{29039CD6-E891-4408-AEBB-89454151502A}" srcOrd="4" destOrd="0" presId="urn:microsoft.com/office/officeart/2005/8/layout/chevron2"/>
    <dgm:cxn modelId="{9EB86420-CF3F-4402-B563-42397D57B0DE}" type="presParOf" srcId="{29039CD6-E891-4408-AEBB-89454151502A}" destId="{64B401EC-354C-461B-B59E-9358C41870A5}" srcOrd="0" destOrd="0" presId="urn:microsoft.com/office/officeart/2005/8/layout/chevron2"/>
    <dgm:cxn modelId="{6CBD3366-419B-48CA-93E7-CF290C176016}" type="presParOf" srcId="{29039CD6-E891-4408-AEBB-89454151502A}" destId="{B508D8AF-C730-4AC0-B4BD-6A1FDC8A5913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181CCAE-3893-4CEC-B94D-589A64CB84F7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4E863937-B72B-486E-BE07-453DC52D166A}">
      <dgm:prSet phldrT="[Texte]"/>
      <dgm:spPr/>
      <dgm:t>
        <a:bodyPr/>
        <a:lstStyle/>
        <a:p>
          <a:r>
            <a:rPr lang="fr-FR" dirty="0"/>
            <a:t>4</a:t>
          </a:r>
        </a:p>
      </dgm:t>
    </dgm:pt>
    <dgm:pt modelId="{AE8551A2-1CDB-4684-B47D-8822284140CD}" type="parTrans" cxnId="{8440D13A-06AE-4464-95B6-A992FE0A4FC2}">
      <dgm:prSet/>
      <dgm:spPr/>
      <dgm:t>
        <a:bodyPr/>
        <a:lstStyle/>
        <a:p>
          <a:endParaRPr lang="fr-FR"/>
        </a:p>
      </dgm:t>
    </dgm:pt>
    <dgm:pt modelId="{A6858CB5-9EDF-44CE-BF42-A7D50A2EF7EF}" type="sibTrans" cxnId="{8440D13A-06AE-4464-95B6-A992FE0A4FC2}">
      <dgm:prSet/>
      <dgm:spPr/>
      <dgm:t>
        <a:bodyPr/>
        <a:lstStyle/>
        <a:p>
          <a:endParaRPr lang="fr-FR"/>
        </a:p>
      </dgm:t>
    </dgm:pt>
    <dgm:pt modelId="{10FE56F4-6485-4D81-B35E-B0FBFF8C2216}">
      <dgm:prSet phldrT="[Texte]" custT="1"/>
      <dgm:spPr>
        <a:solidFill>
          <a:schemeClr val="accent1">
            <a:lumMod val="20000"/>
            <a:lumOff val="80000"/>
            <a:alpha val="90000"/>
          </a:schemeClr>
        </a:solidFill>
        <a:ln>
          <a:solidFill>
            <a:schemeClr val="tx1"/>
          </a:solidFill>
        </a:ln>
      </dgm:spPr>
      <dgm:t>
        <a:bodyPr/>
        <a:lstStyle/>
        <a:p>
          <a:pPr>
            <a:buFontTx/>
            <a:buNone/>
          </a:pPr>
          <a:endParaRPr lang="fr-FR" sz="2000" dirty="0">
            <a:solidFill>
              <a:schemeClr val="accent1">
                <a:lumMod val="50000"/>
              </a:schemeClr>
            </a:solidFill>
          </a:endParaRPr>
        </a:p>
      </dgm:t>
    </dgm:pt>
    <dgm:pt modelId="{5798E103-45E6-4199-818D-17D2F4434770}" type="parTrans" cxnId="{B9165BDA-2F9B-4EC9-9B9F-DA74A8983F37}">
      <dgm:prSet/>
      <dgm:spPr/>
      <dgm:t>
        <a:bodyPr/>
        <a:lstStyle/>
        <a:p>
          <a:endParaRPr lang="fr-FR"/>
        </a:p>
      </dgm:t>
    </dgm:pt>
    <dgm:pt modelId="{0163900B-7597-44FB-8DF6-D3C95CBDA0E7}" type="sibTrans" cxnId="{B9165BDA-2F9B-4EC9-9B9F-DA74A8983F37}">
      <dgm:prSet/>
      <dgm:spPr/>
      <dgm:t>
        <a:bodyPr/>
        <a:lstStyle/>
        <a:p>
          <a:endParaRPr lang="fr-FR"/>
        </a:p>
      </dgm:t>
    </dgm:pt>
    <dgm:pt modelId="{1762F3F1-E27D-4FA7-AC4F-DCA90A26F034}">
      <dgm:prSet phldrT="[Texte]"/>
      <dgm:spPr/>
      <dgm:t>
        <a:bodyPr/>
        <a:lstStyle/>
        <a:p>
          <a:r>
            <a:rPr lang="fr-FR" dirty="0"/>
            <a:t>5</a:t>
          </a:r>
        </a:p>
      </dgm:t>
    </dgm:pt>
    <dgm:pt modelId="{C58A9564-3BB3-4290-BB9F-975968DB15DC}" type="parTrans" cxnId="{2C69031A-B9FA-49A7-A44B-55FC5C7CA9DA}">
      <dgm:prSet/>
      <dgm:spPr/>
      <dgm:t>
        <a:bodyPr/>
        <a:lstStyle/>
        <a:p>
          <a:endParaRPr lang="fr-FR"/>
        </a:p>
      </dgm:t>
    </dgm:pt>
    <dgm:pt modelId="{C3EF7A5C-F64A-44A4-BBAF-2D38051E0225}" type="sibTrans" cxnId="{2C69031A-B9FA-49A7-A44B-55FC5C7CA9DA}">
      <dgm:prSet/>
      <dgm:spPr/>
      <dgm:t>
        <a:bodyPr/>
        <a:lstStyle/>
        <a:p>
          <a:endParaRPr lang="fr-FR"/>
        </a:p>
      </dgm:t>
    </dgm:pt>
    <dgm:pt modelId="{58E31D52-25AC-4D2F-A501-3E83BC09948C}">
      <dgm:prSet phldrT="[Texte]" custT="1"/>
      <dgm:spPr>
        <a:solidFill>
          <a:schemeClr val="accent1">
            <a:lumMod val="40000"/>
            <a:lumOff val="60000"/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fr-FR" sz="2000" b="1" dirty="0">
              <a:solidFill>
                <a:schemeClr val="accent1">
                  <a:lumMod val="50000"/>
                </a:schemeClr>
              </a:solidFill>
            </a:rPr>
            <a:t>Python orchestration</a:t>
          </a:r>
          <a:endParaRPr lang="fr-FR" sz="2000" dirty="0">
            <a:solidFill>
              <a:schemeClr val="accent1">
                <a:lumMod val="50000"/>
              </a:schemeClr>
            </a:solidFill>
          </a:endParaRPr>
        </a:p>
      </dgm:t>
    </dgm:pt>
    <dgm:pt modelId="{9206946A-2471-4086-AA85-531C2E9EF14A}" type="parTrans" cxnId="{CE3C42A4-4C20-4C03-AE67-87290277B9BB}">
      <dgm:prSet/>
      <dgm:spPr/>
      <dgm:t>
        <a:bodyPr/>
        <a:lstStyle/>
        <a:p>
          <a:endParaRPr lang="fr-FR"/>
        </a:p>
      </dgm:t>
    </dgm:pt>
    <dgm:pt modelId="{7BAB541D-0786-49B4-A9C2-10BD11C69BCC}" type="sibTrans" cxnId="{CE3C42A4-4C20-4C03-AE67-87290277B9BB}">
      <dgm:prSet/>
      <dgm:spPr/>
      <dgm:t>
        <a:bodyPr/>
        <a:lstStyle/>
        <a:p>
          <a:endParaRPr lang="fr-FR"/>
        </a:p>
      </dgm:t>
    </dgm:pt>
    <dgm:pt modelId="{69322F2E-F2A1-4E22-BCE5-10E50AD375B4}">
      <dgm:prSet phldrT="[Texte]"/>
      <dgm:spPr/>
      <dgm:t>
        <a:bodyPr/>
        <a:lstStyle/>
        <a:p>
          <a:r>
            <a:rPr lang="fr-FR" dirty="0"/>
            <a:t>6</a:t>
          </a:r>
        </a:p>
      </dgm:t>
    </dgm:pt>
    <dgm:pt modelId="{27736337-8BBE-4FC0-BA88-EC283C0E4844}" type="parTrans" cxnId="{A8ACB3D2-90DE-479E-A8F9-F1F9BC4F87E6}">
      <dgm:prSet/>
      <dgm:spPr/>
      <dgm:t>
        <a:bodyPr/>
        <a:lstStyle/>
        <a:p>
          <a:endParaRPr lang="fr-FR"/>
        </a:p>
      </dgm:t>
    </dgm:pt>
    <dgm:pt modelId="{2CF35579-908F-4B36-9FEC-FDE275D5DC21}" type="sibTrans" cxnId="{A8ACB3D2-90DE-479E-A8F9-F1F9BC4F87E6}">
      <dgm:prSet/>
      <dgm:spPr/>
      <dgm:t>
        <a:bodyPr/>
        <a:lstStyle/>
        <a:p>
          <a:endParaRPr lang="fr-FR"/>
        </a:p>
      </dgm:t>
    </dgm:pt>
    <dgm:pt modelId="{6ED26780-4520-4C66-8990-7D3453547B54}">
      <dgm:prSet custT="1"/>
      <dgm:spPr>
        <a:solidFill>
          <a:schemeClr val="accent1">
            <a:lumMod val="20000"/>
            <a:lumOff val="80000"/>
            <a:alpha val="90000"/>
          </a:schemeClr>
        </a:solidFill>
        <a:ln>
          <a:solidFill>
            <a:schemeClr val="tx1"/>
          </a:solidFill>
        </a:ln>
      </dgm:spPr>
      <dgm:t>
        <a:bodyPr/>
        <a:lstStyle/>
        <a:p>
          <a:pPr>
            <a:buNone/>
          </a:pPr>
          <a:r>
            <a:rPr lang="fr-FR" sz="2000" b="1" dirty="0" err="1">
              <a:solidFill>
                <a:schemeClr val="accent1">
                  <a:lumMod val="50000"/>
                </a:schemeClr>
              </a:solidFill>
            </a:rPr>
            <a:t>Two</a:t>
          </a:r>
          <a:r>
            <a:rPr lang="fr-FR" sz="2000" b="1" dirty="0">
              <a:solidFill>
                <a:schemeClr val="accent1">
                  <a:lumMod val="50000"/>
                </a:schemeClr>
              </a:solidFill>
            </a:rPr>
            <a:t>-stage validation + </a:t>
          </a:r>
          <a:r>
            <a:rPr lang="fr-FR" sz="2000" b="1" dirty="0" err="1">
              <a:solidFill>
                <a:schemeClr val="accent1">
                  <a:lumMod val="50000"/>
                </a:schemeClr>
              </a:solidFill>
            </a:rPr>
            <a:t>energy</a:t>
          </a:r>
          <a:r>
            <a:rPr lang="fr-FR" sz="2000" b="1" dirty="0">
              <a:solidFill>
                <a:schemeClr val="accent1">
                  <a:lumMod val="50000"/>
                </a:schemeClr>
              </a:solidFill>
            </a:rPr>
            <a:t> </a:t>
          </a:r>
          <a:r>
            <a:rPr lang="fr-FR" sz="2000" b="1" dirty="0" err="1">
              <a:solidFill>
                <a:schemeClr val="accent1">
                  <a:lumMod val="50000"/>
                </a:schemeClr>
              </a:solidFill>
            </a:rPr>
            <a:t>analysis</a:t>
          </a:r>
          <a:endParaRPr lang="fr-FR" sz="2000" dirty="0">
            <a:solidFill>
              <a:schemeClr val="accent1">
                <a:lumMod val="50000"/>
              </a:schemeClr>
            </a:solidFill>
          </a:endParaRPr>
        </a:p>
      </dgm:t>
    </dgm:pt>
    <dgm:pt modelId="{9C81181B-057E-4D3C-A653-B0A19AA10384}" type="parTrans" cxnId="{64A9B553-6DB8-4FF6-8592-ADD872633F95}">
      <dgm:prSet/>
      <dgm:spPr/>
      <dgm:t>
        <a:bodyPr/>
        <a:lstStyle/>
        <a:p>
          <a:endParaRPr lang="fr-FR"/>
        </a:p>
      </dgm:t>
    </dgm:pt>
    <dgm:pt modelId="{E0424FCF-45CC-45A1-B5E3-4C0DDD9D104C}" type="sibTrans" cxnId="{64A9B553-6DB8-4FF6-8592-ADD872633F95}">
      <dgm:prSet/>
      <dgm:spPr/>
      <dgm:t>
        <a:bodyPr/>
        <a:lstStyle/>
        <a:p>
          <a:endParaRPr lang="fr-FR"/>
        </a:p>
      </dgm:t>
    </dgm:pt>
    <dgm:pt modelId="{27712838-1741-46D1-B164-627538C58D21}" type="pres">
      <dgm:prSet presAssocID="{0181CCAE-3893-4CEC-B94D-589A64CB84F7}" presName="linearFlow" presStyleCnt="0">
        <dgm:presLayoutVars>
          <dgm:dir/>
          <dgm:animLvl val="lvl"/>
          <dgm:resizeHandles val="exact"/>
        </dgm:presLayoutVars>
      </dgm:prSet>
      <dgm:spPr/>
    </dgm:pt>
    <dgm:pt modelId="{3FEAC26E-4CCE-4516-B575-1A0BA17BD5FC}" type="pres">
      <dgm:prSet presAssocID="{4E863937-B72B-486E-BE07-453DC52D166A}" presName="composite" presStyleCnt="0"/>
      <dgm:spPr/>
    </dgm:pt>
    <dgm:pt modelId="{4EFDFE91-175C-4B2B-9428-707BEDB72C59}" type="pres">
      <dgm:prSet presAssocID="{4E863937-B72B-486E-BE07-453DC52D166A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E016BA7D-DC91-4202-8B38-A745057E47E4}" type="pres">
      <dgm:prSet presAssocID="{4E863937-B72B-486E-BE07-453DC52D166A}" presName="descendantText" presStyleLbl="alignAcc1" presStyleIdx="0" presStyleCnt="3">
        <dgm:presLayoutVars>
          <dgm:bulletEnabled val="1"/>
        </dgm:presLayoutVars>
      </dgm:prSet>
      <dgm:spPr/>
    </dgm:pt>
    <dgm:pt modelId="{D8DBBA0B-4D20-4679-8586-BF55D4E54385}" type="pres">
      <dgm:prSet presAssocID="{A6858CB5-9EDF-44CE-BF42-A7D50A2EF7EF}" presName="sp" presStyleCnt="0"/>
      <dgm:spPr/>
    </dgm:pt>
    <dgm:pt modelId="{69F20886-4A6A-4788-A454-607EC2A65CAF}" type="pres">
      <dgm:prSet presAssocID="{1762F3F1-E27D-4FA7-AC4F-DCA90A26F034}" presName="composite" presStyleCnt="0"/>
      <dgm:spPr/>
    </dgm:pt>
    <dgm:pt modelId="{D87C2897-2C49-4856-BC89-F6D9BA0C8030}" type="pres">
      <dgm:prSet presAssocID="{1762F3F1-E27D-4FA7-AC4F-DCA90A26F034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4B61C233-A8D9-43C5-A3ED-4D2004B25E9E}" type="pres">
      <dgm:prSet presAssocID="{1762F3F1-E27D-4FA7-AC4F-DCA90A26F034}" presName="descendantText" presStyleLbl="alignAcc1" presStyleIdx="1" presStyleCnt="3">
        <dgm:presLayoutVars>
          <dgm:bulletEnabled val="1"/>
        </dgm:presLayoutVars>
      </dgm:prSet>
      <dgm:spPr/>
    </dgm:pt>
    <dgm:pt modelId="{FBE684A7-AF98-4B7D-851E-982111CD9DFE}" type="pres">
      <dgm:prSet presAssocID="{C3EF7A5C-F64A-44A4-BBAF-2D38051E0225}" presName="sp" presStyleCnt="0"/>
      <dgm:spPr/>
    </dgm:pt>
    <dgm:pt modelId="{29039CD6-E891-4408-AEBB-89454151502A}" type="pres">
      <dgm:prSet presAssocID="{69322F2E-F2A1-4E22-BCE5-10E50AD375B4}" presName="composite" presStyleCnt="0"/>
      <dgm:spPr/>
    </dgm:pt>
    <dgm:pt modelId="{64B401EC-354C-461B-B59E-9358C41870A5}" type="pres">
      <dgm:prSet presAssocID="{69322F2E-F2A1-4E22-BCE5-10E50AD375B4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B508D8AF-C730-4AC0-B4BD-6A1FDC8A5913}" type="pres">
      <dgm:prSet presAssocID="{69322F2E-F2A1-4E22-BCE5-10E50AD375B4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2C69031A-B9FA-49A7-A44B-55FC5C7CA9DA}" srcId="{0181CCAE-3893-4CEC-B94D-589A64CB84F7}" destId="{1762F3F1-E27D-4FA7-AC4F-DCA90A26F034}" srcOrd="1" destOrd="0" parTransId="{C58A9564-3BB3-4290-BB9F-975968DB15DC}" sibTransId="{C3EF7A5C-F64A-44A4-BBAF-2D38051E0225}"/>
    <dgm:cxn modelId="{8440D13A-06AE-4464-95B6-A992FE0A4FC2}" srcId="{0181CCAE-3893-4CEC-B94D-589A64CB84F7}" destId="{4E863937-B72B-486E-BE07-453DC52D166A}" srcOrd="0" destOrd="0" parTransId="{AE8551A2-1CDB-4684-B47D-8822284140CD}" sibTransId="{A6858CB5-9EDF-44CE-BF42-A7D50A2EF7EF}"/>
    <dgm:cxn modelId="{6D27BF3C-86FE-4661-9826-89E3DABDAE58}" type="presOf" srcId="{10FE56F4-6485-4D81-B35E-B0FBFF8C2216}" destId="{E016BA7D-DC91-4202-8B38-A745057E47E4}" srcOrd="0" destOrd="0" presId="urn:microsoft.com/office/officeart/2005/8/layout/chevron2"/>
    <dgm:cxn modelId="{E207CB52-1ACF-4B74-ADCA-D0FF9BF6A803}" type="presOf" srcId="{58E31D52-25AC-4D2F-A501-3E83BC09948C}" destId="{4B61C233-A8D9-43C5-A3ED-4D2004B25E9E}" srcOrd="0" destOrd="0" presId="urn:microsoft.com/office/officeart/2005/8/layout/chevron2"/>
    <dgm:cxn modelId="{64A9B553-6DB8-4FF6-8592-ADD872633F95}" srcId="{69322F2E-F2A1-4E22-BCE5-10E50AD375B4}" destId="{6ED26780-4520-4C66-8990-7D3453547B54}" srcOrd="0" destOrd="0" parTransId="{9C81181B-057E-4D3C-A653-B0A19AA10384}" sibTransId="{E0424FCF-45CC-45A1-B5E3-4C0DDD9D104C}"/>
    <dgm:cxn modelId="{B76D6E80-7B57-4598-B7E5-25FDC27A856B}" type="presOf" srcId="{69322F2E-F2A1-4E22-BCE5-10E50AD375B4}" destId="{64B401EC-354C-461B-B59E-9358C41870A5}" srcOrd="0" destOrd="0" presId="urn:microsoft.com/office/officeart/2005/8/layout/chevron2"/>
    <dgm:cxn modelId="{A672BE8F-22BA-4521-ABDA-B5DFD502808A}" type="presOf" srcId="{1762F3F1-E27D-4FA7-AC4F-DCA90A26F034}" destId="{D87C2897-2C49-4856-BC89-F6D9BA0C8030}" srcOrd="0" destOrd="0" presId="urn:microsoft.com/office/officeart/2005/8/layout/chevron2"/>
    <dgm:cxn modelId="{CE3C42A4-4C20-4C03-AE67-87290277B9BB}" srcId="{1762F3F1-E27D-4FA7-AC4F-DCA90A26F034}" destId="{58E31D52-25AC-4D2F-A501-3E83BC09948C}" srcOrd="0" destOrd="0" parTransId="{9206946A-2471-4086-AA85-531C2E9EF14A}" sibTransId="{7BAB541D-0786-49B4-A9C2-10BD11C69BCC}"/>
    <dgm:cxn modelId="{A8ACB3D2-90DE-479E-A8F9-F1F9BC4F87E6}" srcId="{0181CCAE-3893-4CEC-B94D-589A64CB84F7}" destId="{69322F2E-F2A1-4E22-BCE5-10E50AD375B4}" srcOrd="2" destOrd="0" parTransId="{27736337-8BBE-4FC0-BA88-EC283C0E4844}" sibTransId="{2CF35579-908F-4B36-9FEC-FDE275D5DC21}"/>
    <dgm:cxn modelId="{60CD6DD6-6242-42C3-BD89-7B31EE5CD3C2}" type="presOf" srcId="{4E863937-B72B-486E-BE07-453DC52D166A}" destId="{4EFDFE91-175C-4B2B-9428-707BEDB72C59}" srcOrd="0" destOrd="0" presId="urn:microsoft.com/office/officeart/2005/8/layout/chevron2"/>
    <dgm:cxn modelId="{B9165BDA-2F9B-4EC9-9B9F-DA74A8983F37}" srcId="{4E863937-B72B-486E-BE07-453DC52D166A}" destId="{10FE56F4-6485-4D81-B35E-B0FBFF8C2216}" srcOrd="0" destOrd="0" parTransId="{5798E103-45E6-4199-818D-17D2F4434770}" sibTransId="{0163900B-7597-44FB-8DF6-D3C95CBDA0E7}"/>
    <dgm:cxn modelId="{F03EE8E7-83D6-4C81-A9B8-B207AC8D498B}" type="presOf" srcId="{0181CCAE-3893-4CEC-B94D-589A64CB84F7}" destId="{27712838-1741-46D1-B164-627538C58D21}" srcOrd="0" destOrd="0" presId="urn:microsoft.com/office/officeart/2005/8/layout/chevron2"/>
    <dgm:cxn modelId="{A32ECBF2-2B9D-4B45-9F8E-7ED5B7122D1D}" type="presOf" srcId="{6ED26780-4520-4C66-8990-7D3453547B54}" destId="{B508D8AF-C730-4AC0-B4BD-6A1FDC8A5913}" srcOrd="0" destOrd="0" presId="urn:microsoft.com/office/officeart/2005/8/layout/chevron2"/>
    <dgm:cxn modelId="{DE11FA1C-83BA-45A4-928D-80778178BC2F}" type="presParOf" srcId="{27712838-1741-46D1-B164-627538C58D21}" destId="{3FEAC26E-4CCE-4516-B575-1A0BA17BD5FC}" srcOrd="0" destOrd="0" presId="urn:microsoft.com/office/officeart/2005/8/layout/chevron2"/>
    <dgm:cxn modelId="{E3A86D0A-4750-4CDB-972A-BE9DD9608F52}" type="presParOf" srcId="{3FEAC26E-4CCE-4516-B575-1A0BA17BD5FC}" destId="{4EFDFE91-175C-4B2B-9428-707BEDB72C59}" srcOrd="0" destOrd="0" presId="urn:microsoft.com/office/officeart/2005/8/layout/chevron2"/>
    <dgm:cxn modelId="{A766381F-2B98-43D2-BBC3-39758A16334D}" type="presParOf" srcId="{3FEAC26E-4CCE-4516-B575-1A0BA17BD5FC}" destId="{E016BA7D-DC91-4202-8B38-A745057E47E4}" srcOrd="1" destOrd="0" presId="urn:microsoft.com/office/officeart/2005/8/layout/chevron2"/>
    <dgm:cxn modelId="{8052E861-F87F-4096-B289-4B7102EB5677}" type="presParOf" srcId="{27712838-1741-46D1-B164-627538C58D21}" destId="{D8DBBA0B-4D20-4679-8586-BF55D4E54385}" srcOrd="1" destOrd="0" presId="urn:microsoft.com/office/officeart/2005/8/layout/chevron2"/>
    <dgm:cxn modelId="{22D24650-A64B-40EA-89C5-7A8F6DE5167F}" type="presParOf" srcId="{27712838-1741-46D1-B164-627538C58D21}" destId="{69F20886-4A6A-4788-A454-607EC2A65CAF}" srcOrd="2" destOrd="0" presId="urn:microsoft.com/office/officeart/2005/8/layout/chevron2"/>
    <dgm:cxn modelId="{C2292612-6577-4AEC-92F9-9E35921443CA}" type="presParOf" srcId="{69F20886-4A6A-4788-A454-607EC2A65CAF}" destId="{D87C2897-2C49-4856-BC89-F6D9BA0C8030}" srcOrd="0" destOrd="0" presId="urn:microsoft.com/office/officeart/2005/8/layout/chevron2"/>
    <dgm:cxn modelId="{D3181368-C7EC-4C0F-A107-4439781FD42E}" type="presParOf" srcId="{69F20886-4A6A-4788-A454-607EC2A65CAF}" destId="{4B61C233-A8D9-43C5-A3ED-4D2004B25E9E}" srcOrd="1" destOrd="0" presId="urn:microsoft.com/office/officeart/2005/8/layout/chevron2"/>
    <dgm:cxn modelId="{86F5B94D-0458-498F-A946-D66C999963B0}" type="presParOf" srcId="{27712838-1741-46D1-B164-627538C58D21}" destId="{FBE684A7-AF98-4B7D-851E-982111CD9DFE}" srcOrd="3" destOrd="0" presId="urn:microsoft.com/office/officeart/2005/8/layout/chevron2"/>
    <dgm:cxn modelId="{D64DA0BD-5E09-4838-A7DD-BFDF7B3B42D1}" type="presParOf" srcId="{27712838-1741-46D1-B164-627538C58D21}" destId="{29039CD6-E891-4408-AEBB-89454151502A}" srcOrd="4" destOrd="0" presId="urn:microsoft.com/office/officeart/2005/8/layout/chevron2"/>
    <dgm:cxn modelId="{9EB86420-CF3F-4402-B563-42397D57B0DE}" type="presParOf" srcId="{29039CD6-E891-4408-AEBB-89454151502A}" destId="{64B401EC-354C-461B-B59E-9358C41870A5}" srcOrd="0" destOrd="0" presId="urn:microsoft.com/office/officeart/2005/8/layout/chevron2"/>
    <dgm:cxn modelId="{6CBD3366-419B-48CA-93E7-CF290C176016}" type="presParOf" srcId="{29039CD6-E891-4408-AEBB-89454151502A}" destId="{B508D8AF-C730-4AC0-B4BD-6A1FDC8A5913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45B782-4003-4C3A-8473-A49E890A8E9C}">
      <dsp:nvSpPr>
        <dsp:cNvPr id="0" name=""/>
        <dsp:cNvSpPr/>
      </dsp:nvSpPr>
      <dsp:spPr>
        <a:xfrm rot="5400000">
          <a:off x="427536" y="813334"/>
          <a:ext cx="1271322" cy="153299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B703021-59E3-4419-9D61-2CEB5FE30219}">
      <dsp:nvSpPr>
        <dsp:cNvPr id="0" name=""/>
        <dsp:cNvSpPr/>
      </dsp:nvSpPr>
      <dsp:spPr>
        <a:xfrm>
          <a:off x="719447" y="1171"/>
          <a:ext cx="1703323" cy="1021993"/>
        </a:xfrm>
        <a:prstGeom prst="roundRect">
          <a:avLst>
            <a:gd name="adj" fmla="val 10000"/>
          </a:avLst>
        </a:prstGeom>
        <a:solidFill>
          <a:schemeClr val="tx2">
            <a:lumMod val="50000"/>
          </a:schemeClr>
        </a:solidFill>
        <a:ln w="1905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spc="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Trebuchet MS" pitchFamily="34" charset="-122"/>
              <a:cs typeface="Trebuchet MS" pitchFamily="34" charset="-120"/>
            </a:rPr>
            <a:t>THE MISSION</a:t>
          </a:r>
          <a:endParaRPr lang="fr-F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749380" y="31104"/>
        <a:ext cx="1643457" cy="962127"/>
      </dsp:txXfrm>
    </dsp:sp>
    <dsp:sp modelId="{8D1B9DA0-9190-4227-9F39-43DFC509E4AF}">
      <dsp:nvSpPr>
        <dsp:cNvPr id="0" name=""/>
        <dsp:cNvSpPr/>
      </dsp:nvSpPr>
      <dsp:spPr>
        <a:xfrm rot="5400000">
          <a:off x="427536" y="2090827"/>
          <a:ext cx="1271322" cy="153299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D0F871E-1C9D-4C5F-9538-C72BCEEB4FBA}">
      <dsp:nvSpPr>
        <dsp:cNvPr id="0" name=""/>
        <dsp:cNvSpPr/>
      </dsp:nvSpPr>
      <dsp:spPr>
        <a:xfrm>
          <a:off x="719447" y="1278663"/>
          <a:ext cx="1703323" cy="1021993"/>
        </a:xfrm>
        <a:prstGeom prst="roundRect">
          <a:avLst>
            <a:gd name="adj" fmla="val 10000"/>
          </a:avLst>
        </a:prstGeom>
        <a:solidFill>
          <a:schemeClr val="tx2">
            <a:lumMod val="75000"/>
          </a:schemeClr>
        </a:solidFill>
        <a:ln w="1905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spc="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Trebuchet MS" pitchFamily="34" charset="-122"/>
              <a:cs typeface="Trebuchet MS" pitchFamily="34" charset="-120"/>
            </a:rPr>
            <a:t>THE SYSTEM</a:t>
          </a:r>
          <a:endParaRPr lang="fr-FR" sz="14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749380" y="1308596"/>
        <a:ext cx="1643457" cy="962127"/>
      </dsp:txXfrm>
    </dsp:sp>
    <dsp:sp modelId="{91DE067A-26D0-4A9E-98F9-9B2EBD044C36}">
      <dsp:nvSpPr>
        <dsp:cNvPr id="0" name=""/>
        <dsp:cNvSpPr/>
      </dsp:nvSpPr>
      <dsp:spPr>
        <a:xfrm rot="5400000">
          <a:off x="427536" y="3368319"/>
          <a:ext cx="1271322" cy="153299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CA4F21F-F29C-4181-9BB5-D72690F7D479}">
      <dsp:nvSpPr>
        <dsp:cNvPr id="0" name=""/>
        <dsp:cNvSpPr/>
      </dsp:nvSpPr>
      <dsp:spPr>
        <a:xfrm>
          <a:off x="719447" y="2556156"/>
          <a:ext cx="1703323" cy="1021993"/>
        </a:xfrm>
        <a:prstGeom prst="roundRect">
          <a:avLst>
            <a:gd name="adj" fmla="val 10000"/>
          </a:avLst>
        </a:prstGeom>
        <a:solidFill>
          <a:schemeClr val="accent1">
            <a:lumMod val="50000"/>
          </a:schemeClr>
        </a:solidFill>
        <a:ln w="1905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SPATIAL REPRESENTATION</a:t>
          </a:r>
          <a:endParaRPr lang="fr-FR" sz="14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749380" y="2586089"/>
        <a:ext cx="1643457" cy="962127"/>
      </dsp:txXfrm>
    </dsp:sp>
    <dsp:sp modelId="{C322BAA3-BB55-416F-BDFF-E6F0F5564422}">
      <dsp:nvSpPr>
        <dsp:cNvPr id="0" name=""/>
        <dsp:cNvSpPr/>
      </dsp:nvSpPr>
      <dsp:spPr>
        <a:xfrm>
          <a:off x="1066282" y="4007066"/>
          <a:ext cx="2259250" cy="153299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19F0D3B-4C53-4A88-96A6-6E722F2D80E3}">
      <dsp:nvSpPr>
        <dsp:cNvPr id="0" name=""/>
        <dsp:cNvSpPr/>
      </dsp:nvSpPr>
      <dsp:spPr>
        <a:xfrm>
          <a:off x="719447" y="3833648"/>
          <a:ext cx="1703323" cy="1021993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905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effectLst/>
              <a:latin typeface="Trebuchet MS" panose="020B0603020202020204" pitchFamily="34" charset="0"/>
            </a:rPr>
            <a:t>WORKFLOW</a:t>
          </a:r>
          <a:endParaRPr lang="fr-FR" sz="1400" kern="1200" dirty="0">
            <a:effectLst/>
          </a:endParaRPr>
        </a:p>
      </dsp:txBody>
      <dsp:txXfrm>
        <a:off x="749380" y="3863581"/>
        <a:ext cx="1643457" cy="962127"/>
      </dsp:txXfrm>
    </dsp:sp>
    <dsp:sp modelId="{B65FCB62-98B4-4EC3-B0EA-1AB114DE640C}">
      <dsp:nvSpPr>
        <dsp:cNvPr id="0" name=""/>
        <dsp:cNvSpPr/>
      </dsp:nvSpPr>
      <dsp:spPr>
        <a:xfrm rot="16200000">
          <a:off x="2692956" y="3368319"/>
          <a:ext cx="1271322" cy="153299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F353763-D98E-40AD-9C29-233E2890D36F}">
      <dsp:nvSpPr>
        <dsp:cNvPr id="0" name=""/>
        <dsp:cNvSpPr/>
      </dsp:nvSpPr>
      <dsp:spPr>
        <a:xfrm>
          <a:off x="2984867" y="3833648"/>
          <a:ext cx="1703323" cy="1021993"/>
        </a:xfrm>
        <a:prstGeom prst="roundRect">
          <a:avLst>
            <a:gd name="adj" fmla="val 10000"/>
          </a:avLst>
        </a:prstGeom>
        <a:solidFill>
          <a:schemeClr val="tx2">
            <a:lumMod val="40000"/>
            <a:lumOff val="60000"/>
          </a:schemeClr>
        </a:solidFill>
        <a:ln w="19050" cap="flat" cmpd="sng" algn="ctr">
          <a:solidFill>
            <a:schemeClr val="tx2">
              <a:lumMod val="75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spc="2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Trebuchet MS" pitchFamily="34" charset="-122"/>
              <a:cs typeface="Trebuchet MS" pitchFamily="34" charset="-120"/>
            </a:rPr>
            <a:t>MULTIPHYSICS MODELS</a:t>
          </a:r>
          <a:endParaRPr lang="fr-FR" sz="1400" kern="1200" dirty="0">
            <a:solidFill>
              <a:schemeClr val="accent1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014800" y="3863581"/>
        <a:ext cx="1643457" cy="962127"/>
      </dsp:txXfrm>
    </dsp:sp>
    <dsp:sp modelId="{02E898E7-0A52-4039-B7FC-734AF75B816C}">
      <dsp:nvSpPr>
        <dsp:cNvPr id="0" name=""/>
        <dsp:cNvSpPr/>
      </dsp:nvSpPr>
      <dsp:spPr>
        <a:xfrm rot="16200000">
          <a:off x="2692956" y="2090827"/>
          <a:ext cx="1271322" cy="153299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95FCE7E-A9CC-49AD-979A-EAB0C8C8CA2C}">
      <dsp:nvSpPr>
        <dsp:cNvPr id="0" name=""/>
        <dsp:cNvSpPr/>
      </dsp:nvSpPr>
      <dsp:spPr>
        <a:xfrm>
          <a:off x="2984867" y="2556156"/>
          <a:ext cx="1703323" cy="1021993"/>
        </a:xfrm>
        <a:prstGeom prst="roundRect">
          <a:avLst>
            <a:gd name="adj" fmla="val 10000"/>
          </a:avLst>
        </a:prstGeom>
        <a:solidFill>
          <a:schemeClr val="accent1">
            <a:lumMod val="40000"/>
            <a:lumOff val="60000"/>
          </a:schemeClr>
        </a:solidFill>
        <a:ln w="19050" cap="flat" cmpd="sng" algn="ctr">
          <a:solidFill>
            <a:schemeClr val="accent1">
              <a:lumMod val="50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STATIONS</a:t>
          </a:r>
          <a:endParaRPr lang="fr-FR" sz="1400" kern="1200" dirty="0">
            <a:solidFill>
              <a:schemeClr val="accent1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014800" y="2586089"/>
        <a:ext cx="1643457" cy="962127"/>
      </dsp:txXfrm>
    </dsp:sp>
    <dsp:sp modelId="{764E1AD5-2312-428B-A7F4-86C3EFE0A97C}">
      <dsp:nvSpPr>
        <dsp:cNvPr id="0" name=""/>
        <dsp:cNvSpPr/>
      </dsp:nvSpPr>
      <dsp:spPr>
        <a:xfrm rot="16200000">
          <a:off x="2692956" y="813334"/>
          <a:ext cx="1271322" cy="153299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1EA74BD-4CDD-48A3-81AD-31044EB020C2}">
      <dsp:nvSpPr>
        <dsp:cNvPr id="0" name=""/>
        <dsp:cNvSpPr/>
      </dsp:nvSpPr>
      <dsp:spPr>
        <a:xfrm>
          <a:off x="2984867" y="1278663"/>
          <a:ext cx="1703323" cy="1021993"/>
        </a:xfrm>
        <a:prstGeom prst="roundRect">
          <a:avLst>
            <a:gd name="adj" fmla="val 10000"/>
          </a:avLst>
        </a:prstGeom>
        <a:solidFill>
          <a:schemeClr val="accent1">
            <a:lumMod val="60000"/>
            <a:lumOff val="4000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REAL-TIME EXPERIMENT ON THE ALIX LINE</a:t>
          </a:r>
          <a:endParaRPr lang="fr-FR" sz="1400" kern="1200" dirty="0">
            <a:solidFill>
              <a:schemeClr val="accent1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014800" y="1308596"/>
        <a:ext cx="1643457" cy="962127"/>
      </dsp:txXfrm>
    </dsp:sp>
    <dsp:sp modelId="{B5F77E0A-CBBB-49F7-804B-0BFAFA059F97}">
      <dsp:nvSpPr>
        <dsp:cNvPr id="0" name=""/>
        <dsp:cNvSpPr/>
      </dsp:nvSpPr>
      <dsp:spPr>
        <a:xfrm>
          <a:off x="3331702" y="174588"/>
          <a:ext cx="2259250" cy="153299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4BD37D1-07E9-494F-82D0-D2A9FBBD97E2}">
      <dsp:nvSpPr>
        <dsp:cNvPr id="0" name=""/>
        <dsp:cNvSpPr/>
      </dsp:nvSpPr>
      <dsp:spPr>
        <a:xfrm>
          <a:off x="2984867" y="1171"/>
          <a:ext cx="1703323" cy="1021993"/>
        </a:xfrm>
        <a:prstGeom prst="roundRect">
          <a:avLst>
            <a:gd name="adj" fmla="val 10000"/>
          </a:avLst>
        </a:prstGeom>
        <a:solidFill>
          <a:schemeClr val="tx2">
            <a:lumMod val="60000"/>
            <a:lumOff val="4000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spc="2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Trebuchet MS" pitchFamily="34" charset="-122"/>
              <a:cs typeface="Trebuchet MS" pitchFamily="34" charset="-120"/>
            </a:rPr>
            <a:t>VALIDATION</a:t>
          </a:r>
          <a:endParaRPr lang="fr-FR" sz="1400" kern="1200" dirty="0">
            <a:solidFill>
              <a:schemeClr val="accent1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014800" y="31104"/>
        <a:ext cx="1643457" cy="962127"/>
      </dsp:txXfrm>
    </dsp:sp>
    <dsp:sp modelId="{41AFEB77-6B36-4320-98F2-D41F07555F92}">
      <dsp:nvSpPr>
        <dsp:cNvPr id="0" name=""/>
        <dsp:cNvSpPr/>
      </dsp:nvSpPr>
      <dsp:spPr>
        <a:xfrm rot="5400000">
          <a:off x="4958376" y="813334"/>
          <a:ext cx="1271322" cy="153299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E80F91D-C8A6-4FC3-BB1C-E86E3952197A}">
      <dsp:nvSpPr>
        <dsp:cNvPr id="0" name=""/>
        <dsp:cNvSpPr/>
      </dsp:nvSpPr>
      <dsp:spPr>
        <a:xfrm>
          <a:off x="5250287" y="1171"/>
          <a:ext cx="1703323" cy="1021993"/>
        </a:xfrm>
        <a:prstGeom prst="roundRect">
          <a:avLst>
            <a:gd name="adj" fmla="val 10000"/>
          </a:avLst>
        </a:prstGeom>
        <a:solidFill>
          <a:schemeClr val="accent1">
            <a:lumMod val="50000"/>
          </a:schemeClr>
        </a:solidFill>
        <a:ln w="1905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u="none" kern="1200" spc="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Trebuchet MS" pitchFamily="34" charset="-122"/>
              <a:cs typeface="Trebuchet MS" pitchFamily="34" charset="-120"/>
            </a:rPr>
            <a:t>SCIENTIFIC HONESTY</a:t>
          </a:r>
          <a:endParaRPr lang="fr-FR" sz="1400" u="none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280220" y="31104"/>
        <a:ext cx="1643457" cy="962127"/>
      </dsp:txXfrm>
    </dsp:sp>
    <dsp:sp modelId="{22B029F6-24AA-476B-9B40-68AED68D8784}">
      <dsp:nvSpPr>
        <dsp:cNvPr id="0" name=""/>
        <dsp:cNvSpPr/>
      </dsp:nvSpPr>
      <dsp:spPr>
        <a:xfrm rot="5400000">
          <a:off x="4958376" y="2090827"/>
          <a:ext cx="1271322" cy="153299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1F2DC34-E6AF-483E-8D1E-9E730412925A}">
      <dsp:nvSpPr>
        <dsp:cNvPr id="0" name=""/>
        <dsp:cNvSpPr/>
      </dsp:nvSpPr>
      <dsp:spPr>
        <a:xfrm>
          <a:off x="5250287" y="1278663"/>
          <a:ext cx="1703323" cy="1021993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905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spc="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Trebuchet MS" pitchFamily="34" charset="-122"/>
              <a:cs typeface="Trebuchet MS" pitchFamily="34" charset="-120"/>
            </a:rPr>
            <a:t>SCIENTIFIC HONESTY</a:t>
          </a:r>
          <a:endParaRPr lang="fr-FR" sz="14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280220" y="1308596"/>
        <a:ext cx="1643457" cy="962127"/>
      </dsp:txXfrm>
    </dsp:sp>
    <dsp:sp modelId="{9A1F3572-4F4A-4DC7-92AA-835304B57A2A}">
      <dsp:nvSpPr>
        <dsp:cNvPr id="0" name=""/>
        <dsp:cNvSpPr/>
      </dsp:nvSpPr>
      <dsp:spPr>
        <a:xfrm rot="5400000">
          <a:off x="4958376" y="3368319"/>
          <a:ext cx="1271322" cy="153299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A192CCC-A325-4FD5-A66E-5E1CF87133A3}">
      <dsp:nvSpPr>
        <dsp:cNvPr id="0" name=""/>
        <dsp:cNvSpPr/>
      </dsp:nvSpPr>
      <dsp:spPr>
        <a:xfrm>
          <a:off x="5250287" y="2556156"/>
          <a:ext cx="1703323" cy="1021993"/>
        </a:xfrm>
        <a:prstGeom prst="roundRect">
          <a:avLst>
            <a:gd name="adj" fmla="val 10000"/>
          </a:avLst>
        </a:prstGeom>
        <a:solidFill>
          <a:schemeClr val="accent1">
            <a:lumMod val="60000"/>
            <a:lumOff val="4000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spc="200" dirty="0">
              <a:solidFill>
                <a:schemeClr val="accent1">
                  <a:lumMod val="50000"/>
                </a:schemeClr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rPr>
            <a:t>ENERGY ANALYSIS</a:t>
          </a:r>
          <a:endParaRPr lang="fr-FR" sz="1400" kern="1200" dirty="0">
            <a:solidFill>
              <a:schemeClr val="accent1">
                <a:lumMod val="50000"/>
              </a:schemeClr>
            </a:solidFill>
          </a:endParaRPr>
        </a:p>
      </dsp:txBody>
      <dsp:txXfrm>
        <a:off x="5280220" y="2586089"/>
        <a:ext cx="1643457" cy="962127"/>
      </dsp:txXfrm>
    </dsp:sp>
    <dsp:sp modelId="{255D4A64-D5CE-4A11-ABFB-EFC2C3ECBEB2}">
      <dsp:nvSpPr>
        <dsp:cNvPr id="0" name=""/>
        <dsp:cNvSpPr/>
      </dsp:nvSpPr>
      <dsp:spPr>
        <a:xfrm>
          <a:off x="5597122" y="4007066"/>
          <a:ext cx="2259250" cy="153299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D50BBAC-BBE2-4DA0-8B92-FBC9AB04E1FC}">
      <dsp:nvSpPr>
        <dsp:cNvPr id="0" name=""/>
        <dsp:cNvSpPr/>
      </dsp:nvSpPr>
      <dsp:spPr>
        <a:xfrm>
          <a:off x="5250287" y="3833648"/>
          <a:ext cx="1703323" cy="1021993"/>
        </a:xfrm>
        <a:prstGeom prst="roundRect">
          <a:avLst>
            <a:gd name="adj" fmla="val 10000"/>
          </a:avLst>
        </a:prstGeom>
        <a:solidFill>
          <a:schemeClr val="tx2">
            <a:lumMod val="50000"/>
          </a:schemeClr>
        </a:solidFill>
        <a:ln w="1905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u="none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Trebuchet MS" pitchFamily="34" charset="-122"/>
              <a:cs typeface="Trebuchet MS" pitchFamily="34" charset="-120"/>
            </a:rPr>
            <a:t>SPATIAL LAYOUT &amp; COUPLING ANALYSIS</a:t>
          </a:r>
          <a:endParaRPr lang="fr-FR" sz="1400" u="none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280220" y="3863581"/>
        <a:ext cx="1643457" cy="962127"/>
      </dsp:txXfrm>
    </dsp:sp>
    <dsp:sp modelId="{0B234B90-0325-417B-8ED2-3265EFD53A7F}">
      <dsp:nvSpPr>
        <dsp:cNvPr id="0" name=""/>
        <dsp:cNvSpPr/>
      </dsp:nvSpPr>
      <dsp:spPr>
        <a:xfrm rot="16200000">
          <a:off x="7223796" y="3368319"/>
          <a:ext cx="1271322" cy="153299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53153EF-E877-420F-80CC-EB8F13D2742A}">
      <dsp:nvSpPr>
        <dsp:cNvPr id="0" name=""/>
        <dsp:cNvSpPr/>
      </dsp:nvSpPr>
      <dsp:spPr>
        <a:xfrm>
          <a:off x="7515707" y="3833648"/>
          <a:ext cx="1703323" cy="1021993"/>
        </a:xfrm>
        <a:prstGeom prst="roundRect">
          <a:avLst>
            <a:gd name="adj" fmla="val 10000"/>
          </a:avLst>
        </a:prstGeom>
        <a:solidFill>
          <a:srgbClr val="0070C0"/>
        </a:solidFill>
        <a:ln w="19050" cap="flat" cmpd="sng" algn="ctr">
          <a:solidFill>
            <a:schemeClr val="tx2">
              <a:lumMod val="75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DELIVERABLES</a:t>
          </a:r>
          <a:endParaRPr lang="fr-FR" sz="1400" kern="12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7545640" y="3863581"/>
        <a:ext cx="1643457" cy="962127"/>
      </dsp:txXfrm>
    </dsp:sp>
    <dsp:sp modelId="{A8D3B634-4E6D-41E1-8414-6D2D152F283C}">
      <dsp:nvSpPr>
        <dsp:cNvPr id="0" name=""/>
        <dsp:cNvSpPr/>
      </dsp:nvSpPr>
      <dsp:spPr>
        <a:xfrm>
          <a:off x="7515707" y="2556156"/>
          <a:ext cx="1703323" cy="1021993"/>
        </a:xfrm>
        <a:prstGeom prst="roundRect">
          <a:avLst>
            <a:gd name="adj" fmla="val 10000"/>
          </a:avLst>
        </a:prstGeom>
        <a:solidFill>
          <a:schemeClr val="accent1">
            <a:lumMod val="60000"/>
            <a:lumOff val="4000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spc="2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itchFamily="34" charset="0"/>
              <a:ea typeface="Trebuchet MS" pitchFamily="34" charset="-122"/>
              <a:cs typeface="Trebuchet MS" pitchFamily="34" charset="-120"/>
            </a:rPr>
            <a:t>CONCLUSION</a:t>
          </a:r>
          <a:endParaRPr lang="fr-FR" sz="1400" kern="1200" dirty="0">
            <a:solidFill>
              <a:schemeClr val="accent1">
                <a:lumMod val="5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7545640" y="2586089"/>
        <a:ext cx="1643457" cy="9621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FDFE91-175C-4B2B-9428-707BEDB72C59}">
      <dsp:nvSpPr>
        <dsp:cNvPr id="0" name=""/>
        <dsp:cNvSpPr/>
      </dsp:nvSpPr>
      <dsp:spPr>
        <a:xfrm rot="5400000">
          <a:off x="-152254" y="153434"/>
          <a:ext cx="1015027" cy="71051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1</a:t>
          </a:r>
        </a:p>
      </dsp:txBody>
      <dsp:txXfrm rot="-5400000">
        <a:off x="1" y="356440"/>
        <a:ext cx="710519" cy="304508"/>
      </dsp:txXfrm>
    </dsp:sp>
    <dsp:sp modelId="{E016BA7D-DC91-4202-8B38-A745057E47E4}">
      <dsp:nvSpPr>
        <dsp:cNvPr id="0" name=""/>
        <dsp:cNvSpPr/>
      </dsp:nvSpPr>
      <dsp:spPr>
        <a:xfrm rot="5400000">
          <a:off x="4860942" y="-4149243"/>
          <a:ext cx="659767" cy="8960614"/>
        </a:xfrm>
        <a:prstGeom prst="round2SameRect">
          <a:avLst/>
        </a:prstGeom>
        <a:solidFill>
          <a:schemeClr val="accent1">
            <a:lumMod val="40000"/>
            <a:lumOff val="60000"/>
            <a:alpha val="9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000" b="1" kern="1200" dirty="0">
              <a:solidFill>
                <a:schemeClr val="accent1">
                  <a:lumMod val="50000"/>
                </a:schemeClr>
              </a:solidFill>
            </a:rPr>
            <a:t>Real-time experiment on the ALIX line  </a:t>
          </a:r>
          <a:endParaRPr lang="fr-FR" sz="2000" kern="1200" dirty="0">
            <a:solidFill>
              <a:schemeClr val="accent1">
                <a:lumMod val="50000"/>
              </a:schemeClr>
            </a:solidFill>
          </a:endParaRPr>
        </a:p>
      </dsp:txBody>
      <dsp:txXfrm rot="-5400000">
        <a:off x="710519" y="33387"/>
        <a:ext cx="8928407" cy="595353"/>
      </dsp:txXfrm>
    </dsp:sp>
    <dsp:sp modelId="{D87C2897-2C49-4856-BC89-F6D9BA0C8030}">
      <dsp:nvSpPr>
        <dsp:cNvPr id="0" name=""/>
        <dsp:cNvSpPr/>
      </dsp:nvSpPr>
      <dsp:spPr>
        <a:xfrm rot="5400000">
          <a:off x="-152254" y="962088"/>
          <a:ext cx="1015027" cy="71051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2</a:t>
          </a:r>
        </a:p>
      </dsp:txBody>
      <dsp:txXfrm rot="-5400000">
        <a:off x="1" y="1165094"/>
        <a:ext cx="710519" cy="304508"/>
      </dsp:txXfrm>
    </dsp:sp>
    <dsp:sp modelId="{4B61C233-A8D9-43C5-A3ED-4D2004B25E9E}">
      <dsp:nvSpPr>
        <dsp:cNvPr id="0" name=""/>
        <dsp:cNvSpPr/>
      </dsp:nvSpPr>
      <dsp:spPr>
        <a:xfrm rot="5400000">
          <a:off x="4860942" y="-3340588"/>
          <a:ext cx="659767" cy="8960614"/>
        </a:xfrm>
        <a:prstGeom prst="round2SameRect">
          <a:avLst/>
        </a:prstGeom>
        <a:solidFill>
          <a:schemeClr val="accent1">
            <a:lumMod val="20000"/>
            <a:lumOff val="80000"/>
            <a:alpha val="9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fr-FR" sz="2000" b="1" kern="1200" dirty="0">
              <a:solidFill>
                <a:schemeClr val="accent1">
                  <a:lumMod val="50000"/>
                </a:schemeClr>
              </a:solidFill>
            </a:rPr>
            <a:t>TDMS data acquisition</a:t>
          </a:r>
          <a:endParaRPr lang="fr-FR" sz="2000" kern="1200" dirty="0">
            <a:solidFill>
              <a:schemeClr val="accent1">
                <a:lumMod val="50000"/>
              </a:schemeClr>
            </a:solidFill>
          </a:endParaRPr>
        </a:p>
      </dsp:txBody>
      <dsp:txXfrm rot="-5400000">
        <a:off x="710519" y="842042"/>
        <a:ext cx="8928407" cy="595353"/>
      </dsp:txXfrm>
    </dsp:sp>
    <dsp:sp modelId="{64B401EC-354C-461B-B59E-9358C41870A5}">
      <dsp:nvSpPr>
        <dsp:cNvPr id="0" name=""/>
        <dsp:cNvSpPr/>
      </dsp:nvSpPr>
      <dsp:spPr>
        <a:xfrm rot="5400000">
          <a:off x="-152254" y="1770743"/>
          <a:ext cx="1015027" cy="71051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3</a:t>
          </a:r>
        </a:p>
      </dsp:txBody>
      <dsp:txXfrm rot="-5400000">
        <a:off x="1" y="1973749"/>
        <a:ext cx="710519" cy="304508"/>
      </dsp:txXfrm>
    </dsp:sp>
    <dsp:sp modelId="{B508D8AF-C730-4AC0-B4BD-6A1FDC8A5913}">
      <dsp:nvSpPr>
        <dsp:cNvPr id="0" name=""/>
        <dsp:cNvSpPr/>
      </dsp:nvSpPr>
      <dsp:spPr>
        <a:xfrm rot="5400000">
          <a:off x="4860942" y="-2531934"/>
          <a:ext cx="659767" cy="8960614"/>
        </a:xfrm>
        <a:prstGeom prst="round2SameRect">
          <a:avLst/>
        </a:prstGeom>
        <a:solidFill>
          <a:schemeClr val="accent1">
            <a:lumMod val="40000"/>
            <a:lumOff val="60000"/>
            <a:alpha val="9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7368" tIns="24765" rIns="24765" bIns="24765" numCol="1" spcCol="1270" anchor="ctr" anchorCtr="0">
          <a:noAutofit/>
        </a:bodyPr>
        <a:lstStyle/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3900" kern="1200"/>
        </a:p>
      </dsp:txBody>
      <dsp:txXfrm rot="-5400000">
        <a:off x="710519" y="1650696"/>
        <a:ext cx="8928407" cy="59535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FDFE91-175C-4B2B-9428-707BEDB72C59}">
      <dsp:nvSpPr>
        <dsp:cNvPr id="0" name=""/>
        <dsp:cNvSpPr/>
      </dsp:nvSpPr>
      <dsp:spPr>
        <a:xfrm rot="5400000">
          <a:off x="-152254" y="153434"/>
          <a:ext cx="1015027" cy="71051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4</a:t>
          </a:r>
        </a:p>
      </dsp:txBody>
      <dsp:txXfrm rot="-5400000">
        <a:off x="1" y="356440"/>
        <a:ext cx="710519" cy="304508"/>
      </dsp:txXfrm>
    </dsp:sp>
    <dsp:sp modelId="{E016BA7D-DC91-4202-8B38-A745057E47E4}">
      <dsp:nvSpPr>
        <dsp:cNvPr id="0" name=""/>
        <dsp:cNvSpPr/>
      </dsp:nvSpPr>
      <dsp:spPr>
        <a:xfrm rot="5400000">
          <a:off x="4860942" y="-4149243"/>
          <a:ext cx="659767" cy="8960614"/>
        </a:xfrm>
        <a:prstGeom prst="round2SameRect">
          <a:avLst/>
        </a:prstGeom>
        <a:solidFill>
          <a:schemeClr val="accent1">
            <a:lumMod val="20000"/>
            <a:lumOff val="80000"/>
            <a:alpha val="9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endParaRPr lang="fr-FR" sz="2000" kern="1200" dirty="0">
            <a:solidFill>
              <a:schemeClr val="accent1">
                <a:lumMod val="50000"/>
              </a:schemeClr>
            </a:solidFill>
          </a:endParaRPr>
        </a:p>
      </dsp:txBody>
      <dsp:txXfrm rot="-5400000">
        <a:off x="710519" y="33387"/>
        <a:ext cx="8928407" cy="595353"/>
      </dsp:txXfrm>
    </dsp:sp>
    <dsp:sp modelId="{D87C2897-2C49-4856-BC89-F6D9BA0C8030}">
      <dsp:nvSpPr>
        <dsp:cNvPr id="0" name=""/>
        <dsp:cNvSpPr/>
      </dsp:nvSpPr>
      <dsp:spPr>
        <a:xfrm rot="5400000">
          <a:off x="-152254" y="962088"/>
          <a:ext cx="1015027" cy="71051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5</a:t>
          </a:r>
        </a:p>
      </dsp:txBody>
      <dsp:txXfrm rot="-5400000">
        <a:off x="1" y="1165094"/>
        <a:ext cx="710519" cy="304508"/>
      </dsp:txXfrm>
    </dsp:sp>
    <dsp:sp modelId="{4B61C233-A8D9-43C5-A3ED-4D2004B25E9E}">
      <dsp:nvSpPr>
        <dsp:cNvPr id="0" name=""/>
        <dsp:cNvSpPr/>
      </dsp:nvSpPr>
      <dsp:spPr>
        <a:xfrm rot="5400000">
          <a:off x="4860942" y="-3340588"/>
          <a:ext cx="659767" cy="8960614"/>
        </a:xfrm>
        <a:prstGeom prst="round2SameRect">
          <a:avLst/>
        </a:prstGeom>
        <a:solidFill>
          <a:schemeClr val="accent1">
            <a:lumMod val="40000"/>
            <a:lumOff val="60000"/>
            <a:alpha val="9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fr-FR" sz="2000" b="1" kern="1200" dirty="0">
              <a:solidFill>
                <a:schemeClr val="accent1">
                  <a:lumMod val="50000"/>
                </a:schemeClr>
              </a:solidFill>
            </a:rPr>
            <a:t>Python orchestration</a:t>
          </a:r>
          <a:endParaRPr lang="fr-FR" sz="2000" kern="1200" dirty="0">
            <a:solidFill>
              <a:schemeClr val="accent1">
                <a:lumMod val="50000"/>
              </a:schemeClr>
            </a:solidFill>
          </a:endParaRPr>
        </a:p>
      </dsp:txBody>
      <dsp:txXfrm rot="-5400000">
        <a:off x="710519" y="842042"/>
        <a:ext cx="8928407" cy="595353"/>
      </dsp:txXfrm>
    </dsp:sp>
    <dsp:sp modelId="{64B401EC-354C-461B-B59E-9358C41870A5}">
      <dsp:nvSpPr>
        <dsp:cNvPr id="0" name=""/>
        <dsp:cNvSpPr/>
      </dsp:nvSpPr>
      <dsp:spPr>
        <a:xfrm rot="5400000">
          <a:off x="-152254" y="1770743"/>
          <a:ext cx="1015027" cy="71051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6</a:t>
          </a:r>
        </a:p>
      </dsp:txBody>
      <dsp:txXfrm rot="-5400000">
        <a:off x="1" y="1973749"/>
        <a:ext cx="710519" cy="304508"/>
      </dsp:txXfrm>
    </dsp:sp>
    <dsp:sp modelId="{B508D8AF-C730-4AC0-B4BD-6A1FDC8A5913}">
      <dsp:nvSpPr>
        <dsp:cNvPr id="0" name=""/>
        <dsp:cNvSpPr/>
      </dsp:nvSpPr>
      <dsp:spPr>
        <a:xfrm rot="5400000">
          <a:off x="4860942" y="-2531934"/>
          <a:ext cx="659767" cy="8960614"/>
        </a:xfrm>
        <a:prstGeom prst="round2SameRect">
          <a:avLst/>
        </a:prstGeom>
        <a:solidFill>
          <a:schemeClr val="accent1">
            <a:lumMod val="20000"/>
            <a:lumOff val="80000"/>
            <a:alpha val="9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fr-FR" sz="2000" b="1" kern="1200" dirty="0" err="1">
              <a:solidFill>
                <a:schemeClr val="accent1">
                  <a:lumMod val="50000"/>
                </a:schemeClr>
              </a:solidFill>
            </a:rPr>
            <a:t>Two</a:t>
          </a:r>
          <a:r>
            <a:rPr lang="fr-FR" sz="2000" b="1" kern="1200" dirty="0">
              <a:solidFill>
                <a:schemeClr val="accent1">
                  <a:lumMod val="50000"/>
                </a:schemeClr>
              </a:solidFill>
            </a:rPr>
            <a:t>-stage validation + </a:t>
          </a:r>
          <a:r>
            <a:rPr lang="fr-FR" sz="2000" b="1" kern="1200" dirty="0" err="1">
              <a:solidFill>
                <a:schemeClr val="accent1">
                  <a:lumMod val="50000"/>
                </a:schemeClr>
              </a:solidFill>
            </a:rPr>
            <a:t>energy</a:t>
          </a:r>
          <a:r>
            <a:rPr lang="fr-FR" sz="2000" b="1" kern="1200" dirty="0">
              <a:solidFill>
                <a:schemeClr val="accent1">
                  <a:lumMod val="50000"/>
                </a:schemeClr>
              </a:solidFill>
            </a:rPr>
            <a:t> </a:t>
          </a:r>
          <a:r>
            <a:rPr lang="fr-FR" sz="2000" b="1" kern="1200" dirty="0" err="1">
              <a:solidFill>
                <a:schemeClr val="accent1">
                  <a:lumMod val="50000"/>
                </a:schemeClr>
              </a:solidFill>
            </a:rPr>
            <a:t>analysis</a:t>
          </a:r>
          <a:endParaRPr lang="fr-FR" sz="2000" kern="1200" dirty="0">
            <a:solidFill>
              <a:schemeClr val="accent1">
                <a:lumMod val="50000"/>
              </a:schemeClr>
            </a:solidFill>
          </a:endParaRPr>
        </a:p>
      </dsp:txBody>
      <dsp:txXfrm rot="-5400000">
        <a:off x="710519" y="1650696"/>
        <a:ext cx="8928407" cy="5953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442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109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3880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9164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7006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8817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0719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14878"/>
            <a:ext cx="12192000" cy="6858000"/>
          </a:xfrm>
          <a:prstGeom prst="rect">
            <a:avLst/>
          </a:prstGeom>
          <a:solidFill>
            <a:srgbClr val="10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91440" cy="685800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98108" y="67715"/>
            <a:ext cx="6734433" cy="9784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9971" y="190644"/>
            <a:ext cx="4967417" cy="70718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578662" y="34896"/>
            <a:ext cx="1613337" cy="1024701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0851" y="67715"/>
            <a:ext cx="1063873" cy="99188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903720" y="1417320"/>
            <a:ext cx="4892040" cy="40477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1563624"/>
            <a:ext cx="4617720" cy="3389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68312" y="4989560"/>
            <a:ext cx="46177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The ALIX line — ERMASMART (ERM </a:t>
            </a:r>
            <a:r>
              <a:rPr sz="1000" b="0" i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Automatismes</a:t>
            </a:r>
            <a:r>
              <a:rPr sz="1000" b="0" i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) · CR5 </a:t>
            </a:r>
            <a:r>
              <a:rPr sz="1000" b="0" i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cobot</a:t>
            </a:r>
            <a:r>
              <a:rPr sz="1000" b="0" i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under 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7862" y="17595"/>
            <a:ext cx="1905001" cy="1024701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461" y="118872"/>
            <a:ext cx="1765099" cy="8321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6928" y="1389888"/>
            <a:ext cx="5989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F06A1E"/>
                </a:solidFill>
                <a:latin typeface="Trebuchet MS"/>
              </a:rPr>
              <a:t>INTERNSHIP  ·  EULER LABORATORY  ·  ISAE-SUPMÉCA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1952459"/>
            <a:ext cx="6473952" cy="138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dirty="0">
                <a:solidFill>
                  <a:srgbClr val="FFFFFF"/>
                </a:solidFill>
                <a:latin typeface="Trebuchet MS"/>
              </a:rPr>
              <a:t>Mechatronics Modelling</a:t>
            </a:r>
          </a:p>
          <a:p>
            <a:pPr algn="just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dirty="0">
                <a:solidFill>
                  <a:srgbClr val="FFFFFF"/>
                </a:solidFill>
                <a:latin typeface="Trebuchet MS"/>
              </a:rPr>
              <a:t>of an Entire </a:t>
            </a:r>
            <a:r>
              <a:rPr sz="3000" b="1" i="0" dirty="0">
                <a:solidFill>
                  <a:srgbClr val="FFC000"/>
                </a:solidFill>
                <a:latin typeface="Trebuchet MS"/>
              </a:rPr>
              <a:t>Industry 5.0</a:t>
            </a:r>
          </a:p>
          <a:p>
            <a:pPr algn="just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dirty="0">
                <a:solidFill>
                  <a:srgbClr val="FFFFFF"/>
                </a:solidFill>
                <a:latin typeface="Trebuchet MS"/>
              </a:rPr>
              <a:t>Production 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429000"/>
            <a:ext cx="5989320" cy="2231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FR" sz="1400" b="1" dirty="0" err="1">
                <a:solidFill>
                  <a:srgbClr val="00B0F0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Intern</a:t>
            </a:r>
            <a:r>
              <a:rPr lang="fr-FR" sz="1400" b="1" dirty="0">
                <a:solidFill>
                  <a:srgbClr val="00B0F0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sz="1400" b="1" dirty="0">
                <a:solidFill>
                  <a:srgbClr val="00B0F0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Ms. Samiksha </a:t>
            </a:r>
            <a:r>
              <a:rPr lang="en-US" sz="1400" b="1" dirty="0" err="1">
                <a:solidFill>
                  <a:srgbClr val="00B0F0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Satre</a:t>
            </a:r>
            <a:endParaRPr lang="en-US" sz="1400" b="1" dirty="0">
              <a:solidFill>
                <a:srgbClr val="00B0F0"/>
              </a:solidFill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B0F0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Duration: 4 Months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B0F0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Supervisor: </a:t>
            </a:r>
            <a:r>
              <a:rPr lang="en-US" sz="1400" b="1" dirty="0" err="1">
                <a:solidFill>
                  <a:srgbClr val="00B0F0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Mr.Romain</a:t>
            </a:r>
            <a:r>
              <a:rPr lang="en-US" sz="1400" b="1" dirty="0">
                <a:solidFill>
                  <a:srgbClr val="00B0F0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B0F0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Delabeye</a:t>
            </a:r>
            <a:endParaRPr lang="en-US" sz="1400" b="1" dirty="0">
              <a:solidFill>
                <a:srgbClr val="00B0F0"/>
              </a:solidFill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B0F0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Period: February 2026 To June 2026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B0F0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Location: </a:t>
            </a:r>
            <a:r>
              <a:rPr lang="en-US" sz="1400" b="1" dirty="0" err="1">
                <a:solidFill>
                  <a:srgbClr val="00B0F0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Isae-supméca</a:t>
            </a:r>
            <a:r>
              <a:rPr lang="en-US" sz="1400" b="1" dirty="0">
                <a:solidFill>
                  <a:srgbClr val="00B0F0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 Paris, France</a:t>
            </a:r>
            <a:endParaRPr lang="fr-FR" sz="1400" b="1" dirty="0">
              <a:solidFill>
                <a:srgbClr val="00B0F0"/>
              </a:solidFill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400" dirty="0">
              <a:solidFill>
                <a:srgbClr val="00B0F0"/>
              </a:solidFill>
              <a:latin typeface="Aptos Display" panose="020B0004020202020204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400" dirty="0">
              <a:solidFill>
                <a:srgbClr val="00B0F0"/>
              </a:solidFill>
              <a:latin typeface="Aptos Display" panose="020B00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1792" y="5390388"/>
            <a:ext cx="5989320" cy="5307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dirty="0">
                <a:solidFill>
                  <a:srgbClr val="ABC2DE"/>
                </a:solidFill>
                <a:latin typeface="Calibri"/>
              </a:rPr>
              <a:t>Electronics &amp; Telecommunication Engineering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dirty="0">
                <a:solidFill>
                  <a:srgbClr val="ABC2DE"/>
                </a:solidFill>
                <a:latin typeface="Calibri"/>
              </a:rPr>
              <a:t>N. K. Orchid College of Engineering &amp; Technology, Solapur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INDEX</a:t>
            </a:r>
          </a:p>
        </p:txBody>
      </p:sp>
      <p:sp>
        <p:nvSpPr>
          <p:cNvPr id="25" name="Text 23"/>
          <p:cNvSpPr/>
          <p:nvPr/>
        </p:nvSpPr>
        <p:spPr>
          <a:xfrm>
            <a:off x="7635240" y="2057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Euler Laboratory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1200" b="1" dirty="0">
              <a:solidFill>
                <a:schemeClr val="tx2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5B37A21A-FFDE-CAFA-6E1C-97C7E09B3308}"/>
              </a:ext>
            </a:extLst>
          </p:cNvPr>
          <p:cNvSpPr/>
          <p:nvPr/>
        </p:nvSpPr>
        <p:spPr>
          <a:xfrm flipV="1">
            <a:off x="0" y="723069"/>
            <a:ext cx="12191999" cy="90746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35" name="Shape 6">
            <a:extLst>
              <a:ext uri="{FF2B5EF4-FFF2-40B4-BE49-F238E27FC236}">
                <a16:creationId xmlns:a16="http://schemas.microsoft.com/office/drawing/2014/main" id="{BC5A49C2-42D6-0219-9269-18FB84D7E193}"/>
              </a:ext>
            </a:extLst>
          </p:cNvPr>
          <p:cNvSpPr/>
          <p:nvPr/>
        </p:nvSpPr>
        <p:spPr>
          <a:xfrm flipV="1">
            <a:off x="-13855" y="1152491"/>
            <a:ext cx="12191999" cy="90746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graphicFrame>
        <p:nvGraphicFramePr>
          <p:cNvPr id="32" name="Diagramme 31">
            <a:extLst>
              <a:ext uri="{FF2B5EF4-FFF2-40B4-BE49-F238E27FC236}">
                <a16:creationId xmlns:a16="http://schemas.microsoft.com/office/drawing/2014/main" id="{E3CB49C6-A514-DC41-5BDC-FB84411FB1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2246718"/>
              </p:ext>
            </p:extLst>
          </p:nvPr>
        </p:nvGraphicFramePr>
        <p:xfrm>
          <a:off x="1049311" y="1409076"/>
          <a:ext cx="9938479" cy="48568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71516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MISSION</a:t>
            </a:r>
            <a:endParaRPr lang="en-US" sz="30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physical line to digital twin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objective: build a unified process, mechatronic and multiphysics model of an entire Industry 5.0 production line — bridging physical processes, control logic and intelligent decision-making — as the foundation of a digital twin for reconfiguration and optimisation.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3063240"/>
            <a:ext cx="384048" cy="384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>
                    <a:lumMod val="5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115568" y="3044952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the line architecture &amp; mechatronic subsystems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66928" y="3611880"/>
            <a:ext cx="384048" cy="38404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>
                    <a:lumMod val="5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115568" y="3593592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each subsystem in Modelica (mech · electrical · thermal)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6928" y="4160520"/>
            <a:ext cx="384048" cy="38404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>
                    <a:lumMod val="5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15568" y="4142232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the production sequence &amp; process logic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6928" y="4709160"/>
            <a:ext cx="384048" cy="384048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5568" y="4690872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FMUs and orchestrate from Python via FMI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6928" y="5257800"/>
            <a:ext cx="384048" cy="384048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5257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5568" y="5239512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the whole line end-to-end from one program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6928" y="5806440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806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15568" y="5788152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parameters &amp; validate against measurements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15200" y="1463040"/>
            <a:ext cx="4297680" cy="5010912"/>
          </a:xfrm>
          <a:prstGeom prst="roundRect">
            <a:avLst>
              <a:gd name="adj" fmla="val 1702"/>
            </a:avLst>
          </a:prstGeom>
          <a:solidFill>
            <a:srgbClr val="13233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635240" y="1737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chemeClr val="accent1">
                    <a:lumMod val="60000"/>
                    <a:lumOff val="4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HOST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7635240" y="2057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Euler Laboratory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35240" y="2514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ISAE-Supméca, Saint-Ouen · Paris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35240" y="30632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— IS2M</a:t>
            </a:r>
            <a:endParaRPr lang="en-US" sz="1600" dirty="0"/>
          </a:p>
          <a:p>
            <a:pPr marL="0" indent="0" algn="just">
              <a:lnSpc>
                <a:spcPct val="110000"/>
              </a:lnSpc>
              <a:buNone/>
            </a:pPr>
            <a:r>
              <a:rPr lang="en-US" sz="16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Multiphysics &amp; Mechatronic Systems Engineering. Studies the multidisciplinary design of complex systems: mechatronics, robotics, cyber-physical &amp; production systems (CPS / CPPS), systems of systems.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35240" y="5074920"/>
            <a:ext cx="36576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35240" y="52120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domains: </a:t>
            </a:r>
            <a:r>
              <a:rPr lang="en-US" sz="16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aeronautics · automotive · naval · rail · energy · medical · Industry 4.0 / 5.0 production lines.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1200" b="1" dirty="0">
              <a:solidFill>
                <a:schemeClr val="tx2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5B37A21A-FFDE-CAFA-6E1C-97C7E09B3308}"/>
              </a:ext>
            </a:extLst>
          </p:cNvPr>
          <p:cNvSpPr/>
          <p:nvPr/>
        </p:nvSpPr>
        <p:spPr>
          <a:xfrm flipV="1">
            <a:off x="0" y="723069"/>
            <a:ext cx="12191999" cy="90746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35" name="Shape 6">
            <a:extLst>
              <a:ext uri="{FF2B5EF4-FFF2-40B4-BE49-F238E27FC236}">
                <a16:creationId xmlns:a16="http://schemas.microsoft.com/office/drawing/2014/main" id="{BC5A49C2-42D6-0219-9269-18FB84D7E193}"/>
              </a:ext>
            </a:extLst>
          </p:cNvPr>
          <p:cNvSpPr/>
          <p:nvPr/>
        </p:nvSpPr>
        <p:spPr>
          <a:xfrm flipV="1">
            <a:off x="-13855" y="1152491"/>
            <a:ext cx="12191999" cy="90746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SYSTEM</a:t>
            </a:r>
            <a:endParaRPr lang="en-US" sz="30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ALIX — the ERMASMART Industry 5.0 line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lab's </a:t>
            </a: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ERMASMART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line by ERM Automatismes (Carpentras, France) — a bench-top flexible line showcasing smart sensors, IO-Link, supervision, cobotics, vision &amp; RFID traceability.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224028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C5F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8445 mm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04088" y="2788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length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10128" y="224028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9" name="Text 7"/>
          <p:cNvSpPr/>
          <p:nvPr/>
        </p:nvSpPr>
        <p:spPr>
          <a:xfrm>
            <a:off x="3447288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C5F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3-ph 400 V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447288" y="2788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 V phase · 50 Hz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53328" y="224028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90488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C5F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S7-1200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190488" y="2788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PLC · TULIP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796528" y="224028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33688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C5F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 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933688" y="2788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/ finished pot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6928" y="3520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five stations  (packaging mode)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6928" y="3977640"/>
            <a:ext cx="208483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875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6928" y="4123944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ON10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66928" y="4544568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Bin-picking </a:t>
            </a:r>
            <a:r>
              <a:rPr lang="en-US" sz="16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cobot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vision feed-in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615184" y="4389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2816352" y="3977640"/>
            <a:ext cx="208483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875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816352" y="4123944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DX10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816352" y="4544568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Dosing axis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pots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64608" y="4389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5065776" y="3977640"/>
            <a:ext cx="2084832" cy="1325880"/>
          </a:xfrm>
          <a:prstGeom prst="roundRect">
            <a:avLst>
              <a:gd name="adj" fmla="val 5517"/>
            </a:avLst>
          </a:prstGeom>
          <a:solidFill>
            <a:schemeClr val="accent1">
              <a:lumMod val="50000"/>
            </a:schemeClr>
          </a:solidFill>
          <a:ln w="12700">
            <a:solidFill>
              <a:srgbClr val="1F8A70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65776" y="4123944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065776" y="4544568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Capping cobot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6-DOF Dobot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14032" y="4389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7315200" y="3977640"/>
            <a:ext cx="2084832" cy="1325880"/>
          </a:xfrm>
          <a:prstGeom prst="roundRect">
            <a:avLst>
              <a:gd name="adj" fmla="val 5517"/>
            </a:avLst>
          </a:prstGeom>
          <a:solidFill>
            <a:schemeClr val="accent1">
              <a:lumMod val="75000"/>
            </a:schemeClr>
          </a:solidFill>
          <a:ln w="12700">
            <a:solidFill>
              <a:srgbClr val="D98A12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315200" y="4123944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XY10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315200" y="4544568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Cartesian XYZ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 into trays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363456" y="4389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9564624" y="3977640"/>
            <a:ext cx="208483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875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564624" y="4123944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VL10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564624" y="4544568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magazine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finished-tray store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66928" y="5532120"/>
            <a:ext cx="11082528" cy="384048"/>
          </a:xfrm>
          <a:prstGeom prst="roundRect">
            <a:avLst>
              <a:gd name="adj" fmla="val 14286"/>
            </a:avLst>
          </a:prstGeom>
          <a:solidFill>
            <a:srgbClr val="2C5F8A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5532120"/>
            <a:ext cx="11082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conveyor belt  —  runs through all five stations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66928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Coloured = modelled in this project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4</a:t>
            </a:r>
          </a:p>
        </p:txBody>
      </p:sp>
      <p:sp>
        <p:nvSpPr>
          <p:cNvPr id="42" name="Shape 6">
            <a:extLst>
              <a:ext uri="{FF2B5EF4-FFF2-40B4-BE49-F238E27FC236}">
                <a16:creationId xmlns:a16="http://schemas.microsoft.com/office/drawing/2014/main" id="{2CE40F6C-EABC-8817-4DA9-6E0D6B4C265F}"/>
              </a:ext>
            </a:extLst>
          </p:cNvPr>
          <p:cNvSpPr/>
          <p:nvPr/>
        </p:nvSpPr>
        <p:spPr>
          <a:xfrm flipV="1">
            <a:off x="-38100" y="1197517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43" name="Shape 6">
            <a:extLst>
              <a:ext uri="{FF2B5EF4-FFF2-40B4-BE49-F238E27FC236}">
                <a16:creationId xmlns:a16="http://schemas.microsoft.com/office/drawing/2014/main" id="{AC4E542E-ADB4-810F-E380-7E8CA5D0B19C}"/>
              </a:ext>
            </a:extLst>
          </p:cNvPr>
          <p:cNvSpPr/>
          <p:nvPr/>
        </p:nvSpPr>
        <p:spPr>
          <a:xfrm flipV="1">
            <a:off x="-19050" y="795735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44" name="Text 28">
            <a:extLst>
              <a:ext uri="{FF2B5EF4-FFF2-40B4-BE49-F238E27FC236}">
                <a16:creationId xmlns:a16="http://schemas.microsoft.com/office/drawing/2014/main" id="{2D40FB2A-A292-8DF9-74B8-4AAB184DFF0C}"/>
              </a:ext>
            </a:extLst>
          </p:cNvPr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12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D8740BD-C543-6C97-823E-FCB805B4A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528" y="989350"/>
            <a:ext cx="10702977" cy="5868649"/>
          </a:xfrm>
          <a:prstGeom prst="rect">
            <a:avLst/>
          </a:prstGeom>
        </p:spPr>
      </p:pic>
      <p:sp>
        <p:nvSpPr>
          <p:cNvPr id="4" name="Text 39">
            <a:extLst>
              <a:ext uri="{FF2B5EF4-FFF2-40B4-BE49-F238E27FC236}">
                <a16:creationId xmlns:a16="http://schemas.microsoft.com/office/drawing/2014/main" id="{05E07800-3EB1-CD3A-C7B2-A082D067C749}"/>
              </a:ext>
            </a:extLst>
          </p:cNvPr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5</a:t>
            </a: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621D6E1F-CFB9-73C7-FC43-6AB2DAF16A18}"/>
              </a:ext>
            </a:extLst>
          </p:cNvPr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SPATIAL REPRESENTATION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62C69C2D-2BBF-E2C9-10B1-8BADAB7F28EC}"/>
              </a:ext>
            </a:extLst>
          </p:cNvPr>
          <p:cNvSpPr/>
          <p:nvPr/>
        </p:nvSpPr>
        <p:spPr>
          <a:xfrm flipV="1">
            <a:off x="-19050" y="795735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57509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10DDC678-C843-6930-0879-FDC6904D2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46" y="814024"/>
            <a:ext cx="11644191" cy="5934248"/>
          </a:xfrm>
          <a:prstGeom prst="rect">
            <a:avLst/>
          </a:prstGeom>
        </p:spPr>
      </p:pic>
      <p:sp>
        <p:nvSpPr>
          <p:cNvPr id="3" name="Text 28">
            <a:extLst>
              <a:ext uri="{FF2B5EF4-FFF2-40B4-BE49-F238E27FC236}">
                <a16:creationId xmlns:a16="http://schemas.microsoft.com/office/drawing/2014/main" id="{015F9C04-4C61-59FB-C5BD-B96A9B648231}"/>
              </a:ext>
            </a:extLst>
          </p:cNvPr>
          <p:cNvSpPr/>
          <p:nvPr/>
        </p:nvSpPr>
        <p:spPr>
          <a:xfrm>
            <a:off x="165146" y="65055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1200" b="1" dirty="0">
              <a:solidFill>
                <a:schemeClr val="tx2"/>
              </a:solidFill>
            </a:endParaRPr>
          </a:p>
        </p:txBody>
      </p:sp>
      <p:sp>
        <p:nvSpPr>
          <p:cNvPr id="4" name="Text 39">
            <a:extLst>
              <a:ext uri="{FF2B5EF4-FFF2-40B4-BE49-F238E27FC236}">
                <a16:creationId xmlns:a16="http://schemas.microsoft.com/office/drawing/2014/main" id="{714AF066-FCF8-4236-B03C-AB3391289457}"/>
              </a:ext>
            </a:extLst>
          </p:cNvPr>
          <p:cNvSpPr/>
          <p:nvPr/>
        </p:nvSpPr>
        <p:spPr>
          <a:xfrm>
            <a:off x="11809337" y="656733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6</a:t>
            </a: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B0613B0D-2F39-5074-6611-D0A53BE2CFA8}"/>
              </a:ext>
            </a:extLst>
          </p:cNvPr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STATIONS</a:t>
            </a: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B71C392E-DF78-072A-DC13-A552AE1ADC22}"/>
              </a:ext>
            </a:extLst>
          </p:cNvPr>
          <p:cNvSpPr/>
          <p:nvPr/>
        </p:nvSpPr>
        <p:spPr>
          <a:xfrm flipV="1">
            <a:off x="-19050" y="795735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840728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MULTIPHYSICS MODEL 1 · CONVEYOR</a:t>
            </a:r>
            <a:endParaRPr lang="en-US" sz="30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Electrical → mechanical → thermal chain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2C5F8A"/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417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 supply</a:t>
            </a:r>
            <a:endParaRPr lang="en-US" sz="16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 V · 50 Hz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542032" y="1600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871216" y="141732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2C5F8A"/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71216" y="1417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Induction</a:t>
            </a:r>
            <a:endParaRPr lang="en-US" sz="16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600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175504" y="141732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2C5F8A"/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75504" y="1417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Gearbox</a:t>
            </a:r>
            <a:endParaRPr lang="en-US" sz="16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20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50608" y="1600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479792" y="141732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2C5F8A"/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79792" y="1417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Drum +</a:t>
            </a:r>
            <a:endParaRPr lang="en-US" sz="16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belt load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" y="2377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branch: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losses ≈ 108 W → body C = 500 J/K → conductance G = 1.5 W/K → ambient 20 °C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6928" y="2852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parameters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566928" y="3182112"/>
          <a:ext cx="5120640" cy="192024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Stator / rotor 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2C5F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Ω / 8 Ω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Magnetising Lm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2C5F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 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Leakage Lσ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2C5F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0.025 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Pole pairs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2C5F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(4-pole)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Gear ratio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2C5F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 capacity 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2C5F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J/K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Conductance G / τ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2C5F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W/K · 333 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66928" y="5212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prediction: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1499 rpm · 1.629 A RMS · 107.96 W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943600" y="285292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Thermal FMU — verified vs analytical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052081" y="3241548"/>
            <a:ext cx="5669280" cy="195249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pic>
        <p:nvPicPr>
          <p:cNvPr id="21" name="Image 0" descr="/home/claude/deckimg/thermal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282696"/>
            <a:ext cx="5577286" cy="1911342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5989320" y="5472684"/>
            <a:ext cx="5669280" cy="1143000"/>
          </a:xfrm>
          <a:prstGeom prst="roundRect">
            <a:avLst>
              <a:gd name="adj" fmla="val 6400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012180" y="5488617"/>
            <a:ext cx="91440" cy="114300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24" name="Text 20"/>
          <p:cNvSpPr/>
          <p:nvPr/>
        </p:nvSpPr>
        <p:spPr>
          <a:xfrm>
            <a:off x="6217920" y="5495544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+11.95 K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motor-body rise in 60 s — model vs analytical agreement </a:t>
            </a:r>
            <a:r>
              <a:rPr lang="en-US" sz="16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99.2%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P_elec matches the 3DEXPERIENCE reference to 0.0003 W.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11498580" y="65055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7</a:t>
            </a:r>
          </a:p>
        </p:txBody>
      </p:sp>
      <p:sp>
        <p:nvSpPr>
          <p:cNvPr id="27" name="Text 28">
            <a:extLst>
              <a:ext uri="{FF2B5EF4-FFF2-40B4-BE49-F238E27FC236}">
                <a16:creationId xmlns:a16="http://schemas.microsoft.com/office/drawing/2014/main" id="{99D221B2-77AE-3E28-0640-DFDF0AC13069}"/>
              </a:ext>
            </a:extLst>
          </p:cNvPr>
          <p:cNvSpPr/>
          <p:nvPr/>
        </p:nvSpPr>
        <p:spPr>
          <a:xfrm>
            <a:off x="165146" y="65055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1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832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rebuchet MS" pitchFamily="34" charset="-122"/>
                <a:cs typeface="Trebuchet MS" pitchFamily="34" charset="-120"/>
              </a:rPr>
              <a:t>THREE SUBSYSTEMS </a:t>
            </a:r>
            <a:endParaRPr lang="en-US" sz="30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1.Conveyor Motor Model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11544505" y="652788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8</a:t>
            </a:r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117F7E2D-E798-605A-7DB6-0BE6A7086544}"/>
              </a:ext>
            </a:extLst>
          </p:cNvPr>
          <p:cNvSpPr/>
          <p:nvPr/>
        </p:nvSpPr>
        <p:spPr>
          <a:xfrm flipV="1">
            <a:off x="-38100" y="1197517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EC589584-0A6F-ECC6-1503-29118922A978}"/>
              </a:ext>
            </a:extLst>
          </p:cNvPr>
          <p:cNvSpPr/>
          <p:nvPr/>
        </p:nvSpPr>
        <p:spPr>
          <a:xfrm flipV="1">
            <a:off x="-19050" y="795735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BFC94459-C8BA-D503-588A-613118DCC5E5}"/>
              </a:ext>
            </a:extLst>
          </p:cNvPr>
          <p:cNvSpPr/>
          <p:nvPr/>
        </p:nvSpPr>
        <p:spPr>
          <a:xfrm>
            <a:off x="585216" y="1170155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Architecture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diagram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1C593828-6836-CAEA-DBED-C555A8DC1639}"/>
              </a:ext>
            </a:extLst>
          </p:cNvPr>
          <p:cNvSpPr/>
          <p:nvPr/>
        </p:nvSpPr>
        <p:spPr>
          <a:xfrm>
            <a:off x="1399309" y="2078181"/>
            <a:ext cx="1814946" cy="103909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err="1">
                <a:solidFill>
                  <a:schemeClr val="bg1"/>
                </a:solidFill>
              </a:rPr>
              <a:t>Electrical</a:t>
            </a:r>
            <a:endParaRPr lang="fr-FR" sz="1600" b="1" dirty="0">
              <a:solidFill>
                <a:schemeClr val="bg1"/>
              </a:solidFill>
            </a:endParaRP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─────────────── </a:t>
            </a: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3-phase 244 V</a:t>
            </a: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50 Hz </a:t>
            </a:r>
            <a:r>
              <a:rPr lang="fr-FR" sz="1600" b="1" dirty="0" err="1">
                <a:solidFill>
                  <a:schemeClr val="bg1"/>
                </a:solidFill>
              </a:rPr>
              <a:t>supply</a:t>
            </a:r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7E8152B2-5E05-12C2-EA6E-853C74C48FF7}"/>
              </a:ext>
            </a:extLst>
          </p:cNvPr>
          <p:cNvSpPr/>
          <p:nvPr/>
        </p:nvSpPr>
        <p:spPr>
          <a:xfrm>
            <a:off x="4262004" y="2078180"/>
            <a:ext cx="1814946" cy="103909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err="1">
                <a:solidFill>
                  <a:schemeClr val="bg1"/>
                </a:solidFill>
              </a:rPr>
              <a:t>Mechanical</a:t>
            </a:r>
            <a:endParaRPr lang="fr-FR" sz="1600" b="1" dirty="0">
              <a:solidFill>
                <a:schemeClr val="bg1"/>
              </a:solidFill>
            </a:endParaRP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─────────────── </a:t>
            </a:r>
          </a:p>
          <a:p>
            <a:pPr algn="ctr"/>
            <a:r>
              <a:rPr lang="fr-FR" sz="1600" b="1" dirty="0" err="1">
                <a:solidFill>
                  <a:schemeClr val="bg1"/>
                </a:solidFill>
              </a:rPr>
              <a:t>Motor</a:t>
            </a:r>
            <a:r>
              <a:rPr lang="fr-FR" sz="1600" b="1" dirty="0">
                <a:solidFill>
                  <a:schemeClr val="bg1"/>
                </a:solidFill>
              </a:rPr>
              <a:t> </a:t>
            </a:r>
            <a:r>
              <a:rPr lang="fr-FR" sz="1600" b="1" dirty="0" err="1">
                <a:solidFill>
                  <a:schemeClr val="bg1"/>
                </a:solidFill>
              </a:rPr>
              <a:t>shaft</a:t>
            </a:r>
            <a:endParaRPr lang="fr-FR" sz="1600" b="1" dirty="0">
              <a:solidFill>
                <a:schemeClr val="bg1"/>
              </a:solidFill>
            </a:endParaRP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torque + </a:t>
            </a:r>
            <a:r>
              <a:rPr lang="el-GR" sz="1600" b="1" dirty="0">
                <a:solidFill>
                  <a:schemeClr val="bg1"/>
                </a:solidFill>
              </a:rPr>
              <a:t>ω </a:t>
            </a:r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2974FD50-073B-3E97-DFC0-DE59E22FA52E}"/>
              </a:ext>
            </a:extLst>
          </p:cNvPr>
          <p:cNvSpPr/>
          <p:nvPr/>
        </p:nvSpPr>
        <p:spPr>
          <a:xfrm>
            <a:off x="6981582" y="2071391"/>
            <a:ext cx="1814946" cy="103909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</a:rPr>
              <a:t>Thermal</a:t>
            </a: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─────────────── </a:t>
            </a: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Body </a:t>
            </a:r>
            <a:r>
              <a:rPr lang="fr-FR" sz="1600" b="1" dirty="0" err="1">
                <a:solidFill>
                  <a:schemeClr val="bg1"/>
                </a:solidFill>
              </a:rPr>
              <a:t>heat</a:t>
            </a:r>
            <a:endParaRPr lang="fr-FR" sz="1600" b="1" dirty="0">
              <a:solidFill>
                <a:schemeClr val="bg1"/>
              </a:solidFill>
            </a:endParaRPr>
          </a:p>
          <a:p>
            <a:pPr algn="ctr"/>
            <a:r>
              <a:rPr lang="fr-FR" sz="1600" b="1" dirty="0" err="1">
                <a:solidFill>
                  <a:schemeClr val="bg1"/>
                </a:solidFill>
              </a:rPr>
              <a:t>capacity</a:t>
            </a:r>
            <a:r>
              <a:rPr lang="fr-FR" sz="1600" b="1" dirty="0">
                <a:solidFill>
                  <a:schemeClr val="bg1"/>
                </a:solidFill>
              </a:rPr>
              <a:t> C</a:t>
            </a:r>
            <a:r>
              <a:rPr lang="el-GR" sz="1600" b="1" dirty="0">
                <a:solidFill>
                  <a:schemeClr val="bg1"/>
                </a:solidFill>
              </a:rPr>
              <a:t> </a:t>
            </a:r>
            <a:endParaRPr lang="fr-FR" sz="1600" b="1" dirty="0">
              <a:solidFill>
                <a:schemeClr val="bg1"/>
              </a:solidFill>
            </a:endParaRPr>
          </a:p>
        </p:txBody>
      </p: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26D16315-3F8D-5B22-3342-F6E9C9AD5533}"/>
              </a:ext>
            </a:extLst>
          </p:cNvPr>
          <p:cNvCxnSpPr>
            <a:stCxn id="30" idx="3"/>
            <a:endCxn id="31" idx="1"/>
          </p:cNvCxnSpPr>
          <p:nvPr/>
        </p:nvCxnSpPr>
        <p:spPr>
          <a:xfrm flipV="1">
            <a:off x="3214255" y="2597726"/>
            <a:ext cx="1047749" cy="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9D1972F9-514F-FB0E-F93E-E3B95987CAC3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6076950" y="2597726"/>
            <a:ext cx="904632" cy="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B3F30292-7677-DE24-94AD-8AAE43CE4098}"/>
              </a:ext>
            </a:extLst>
          </p:cNvPr>
          <p:cNvCxnSpPr>
            <a:cxnSpLocks/>
          </p:cNvCxnSpPr>
          <p:nvPr/>
        </p:nvCxnSpPr>
        <p:spPr>
          <a:xfrm>
            <a:off x="5197187" y="3117272"/>
            <a:ext cx="0" cy="58189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8337E127-0123-30D5-F458-C1F36D3D7999}"/>
              </a:ext>
            </a:extLst>
          </p:cNvPr>
          <p:cNvCxnSpPr>
            <a:cxnSpLocks/>
          </p:cNvCxnSpPr>
          <p:nvPr/>
        </p:nvCxnSpPr>
        <p:spPr>
          <a:xfrm>
            <a:off x="7889055" y="3110345"/>
            <a:ext cx="0" cy="58189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ABDD462D-02E5-4E71-7CF6-13D0C5B68258}"/>
              </a:ext>
            </a:extLst>
          </p:cNvPr>
          <p:cNvCxnSpPr>
            <a:cxnSpLocks/>
          </p:cNvCxnSpPr>
          <p:nvPr/>
        </p:nvCxnSpPr>
        <p:spPr>
          <a:xfrm>
            <a:off x="2306782" y="3124199"/>
            <a:ext cx="0" cy="58189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B8187203-9847-543D-B364-2923FD731674}"/>
              </a:ext>
            </a:extLst>
          </p:cNvPr>
          <p:cNvSpPr/>
          <p:nvPr/>
        </p:nvSpPr>
        <p:spPr>
          <a:xfrm>
            <a:off x="1411987" y="3713019"/>
            <a:ext cx="1814946" cy="103909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</a:rPr>
              <a:t>Stator + rotor</a:t>
            </a: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(</a:t>
            </a:r>
            <a:r>
              <a:rPr lang="fr-FR" sz="1600" b="1" dirty="0" err="1">
                <a:solidFill>
                  <a:schemeClr val="bg1"/>
                </a:solidFill>
              </a:rPr>
              <a:t>squirrel</a:t>
            </a:r>
            <a:r>
              <a:rPr lang="fr-FR" sz="1600" b="1" dirty="0">
                <a:solidFill>
                  <a:schemeClr val="bg1"/>
                </a:solidFill>
              </a:rPr>
              <a:t> cage) </a:t>
            </a:r>
          </a:p>
        </p:txBody>
      </p:sp>
      <p:sp>
        <p:nvSpPr>
          <p:cNvPr id="44" name="Rectangle : coins arrondis 43">
            <a:extLst>
              <a:ext uri="{FF2B5EF4-FFF2-40B4-BE49-F238E27FC236}">
                <a16:creationId xmlns:a16="http://schemas.microsoft.com/office/drawing/2014/main" id="{6B150ED6-EAB3-8BDC-31FA-48154DB002D0}"/>
              </a:ext>
            </a:extLst>
          </p:cNvPr>
          <p:cNvSpPr/>
          <p:nvPr/>
        </p:nvSpPr>
        <p:spPr>
          <a:xfrm>
            <a:off x="4262004" y="3718008"/>
            <a:ext cx="1814946" cy="103909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</a:rPr>
              <a:t>Air-gap torque </a:t>
            </a:r>
          </a:p>
          <a:p>
            <a:pPr algn="ctr"/>
            <a:r>
              <a:rPr lang="fr-FR" sz="1600" b="1" dirty="0" err="1">
                <a:solidFill>
                  <a:schemeClr val="bg1"/>
                </a:solidFill>
              </a:rPr>
              <a:t>equation</a:t>
            </a:r>
            <a:r>
              <a:rPr lang="fr-FR" sz="16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DAAFD325-C865-D8DD-60FB-511FBD96AB4E}"/>
              </a:ext>
            </a:extLst>
          </p:cNvPr>
          <p:cNvSpPr/>
          <p:nvPr/>
        </p:nvSpPr>
        <p:spPr>
          <a:xfrm>
            <a:off x="7012133" y="3685585"/>
            <a:ext cx="1814946" cy="103909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</a:rPr>
              <a:t>Conductance G</a:t>
            </a: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to ambient</a:t>
            </a:r>
          </a:p>
        </p:txBody>
      </p:sp>
      <p:cxnSp>
        <p:nvCxnSpPr>
          <p:cNvPr id="47" name="Connecteur : en angle 46">
            <a:extLst>
              <a:ext uri="{FF2B5EF4-FFF2-40B4-BE49-F238E27FC236}">
                <a16:creationId xmlns:a16="http://schemas.microsoft.com/office/drawing/2014/main" id="{2482D782-433B-A80E-B998-1B5918C2C2F7}"/>
              </a:ext>
            </a:extLst>
          </p:cNvPr>
          <p:cNvCxnSpPr>
            <a:stCxn id="43" idx="2"/>
          </p:cNvCxnSpPr>
          <p:nvPr/>
        </p:nvCxnSpPr>
        <p:spPr>
          <a:xfrm rot="16200000" flipH="1">
            <a:off x="2582835" y="4488735"/>
            <a:ext cx="1310155" cy="1836904"/>
          </a:xfrm>
          <a:prstGeom prst="bentConnector2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6B8B3B5C-5D60-5884-F81E-B232360F7F38}"/>
              </a:ext>
            </a:extLst>
          </p:cNvPr>
          <p:cNvSpPr/>
          <p:nvPr/>
        </p:nvSpPr>
        <p:spPr>
          <a:xfrm>
            <a:off x="4169111" y="5542719"/>
            <a:ext cx="1814946" cy="103909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</a:rPr>
              <a:t>Copper + </a:t>
            </a:r>
            <a:r>
              <a:rPr lang="fr-FR" sz="1600" b="1" dirty="0" err="1">
                <a:solidFill>
                  <a:schemeClr val="bg1"/>
                </a:solidFill>
              </a:rPr>
              <a:t>iron</a:t>
            </a:r>
            <a:r>
              <a:rPr lang="fr-FR" sz="1600" b="1" dirty="0">
                <a:solidFill>
                  <a:schemeClr val="bg1"/>
                </a:solidFill>
              </a:rPr>
              <a:t> </a:t>
            </a:r>
            <a:r>
              <a:rPr lang="fr-FR" sz="1600" b="1" dirty="0" err="1">
                <a:solidFill>
                  <a:schemeClr val="bg1"/>
                </a:solidFill>
              </a:rPr>
              <a:t>losses</a:t>
            </a:r>
            <a:endParaRPr lang="fr-FR" sz="1600" b="1" dirty="0">
              <a:solidFill>
                <a:schemeClr val="bg1"/>
              </a:solidFill>
            </a:endParaRP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(</a:t>
            </a:r>
            <a:r>
              <a:rPr lang="fr-FR" sz="1600" b="1" dirty="0" err="1">
                <a:solidFill>
                  <a:schemeClr val="bg1"/>
                </a:solidFill>
              </a:rPr>
              <a:t>heatPort</a:t>
            </a:r>
            <a:r>
              <a:rPr lang="fr-FR" sz="1600" b="1" dirty="0">
                <a:solidFill>
                  <a:schemeClr val="bg1"/>
                </a:solidFill>
              </a:rPr>
              <a:t>)</a:t>
            </a:r>
          </a:p>
        </p:txBody>
      </p: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CB424A3C-022F-B4E9-50F1-EAFFCCE1D822}"/>
              </a:ext>
            </a:extLst>
          </p:cNvPr>
          <p:cNvCxnSpPr/>
          <p:nvPr/>
        </p:nvCxnSpPr>
        <p:spPr>
          <a:xfrm flipV="1">
            <a:off x="5964384" y="6055473"/>
            <a:ext cx="1047749" cy="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 : coins arrondis 49">
            <a:extLst>
              <a:ext uri="{FF2B5EF4-FFF2-40B4-BE49-F238E27FC236}">
                <a16:creationId xmlns:a16="http://schemas.microsoft.com/office/drawing/2014/main" id="{85BCC31A-1648-874B-4290-7D4BC0466ECF}"/>
              </a:ext>
            </a:extLst>
          </p:cNvPr>
          <p:cNvSpPr/>
          <p:nvPr/>
        </p:nvSpPr>
        <p:spPr>
          <a:xfrm>
            <a:off x="7034402" y="5488790"/>
            <a:ext cx="1814946" cy="103909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</a:rPr>
              <a:t>Ambient 20 °C</a:t>
            </a:r>
          </a:p>
        </p:txBody>
      </p: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A66E3CE9-7F78-195C-FC0C-9667E3710C1F}"/>
              </a:ext>
            </a:extLst>
          </p:cNvPr>
          <p:cNvCxnSpPr>
            <a:cxnSpLocks/>
          </p:cNvCxnSpPr>
          <p:nvPr/>
        </p:nvCxnSpPr>
        <p:spPr>
          <a:xfrm>
            <a:off x="7867165" y="4757099"/>
            <a:ext cx="0" cy="73169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28">
            <a:extLst>
              <a:ext uri="{FF2B5EF4-FFF2-40B4-BE49-F238E27FC236}">
                <a16:creationId xmlns:a16="http://schemas.microsoft.com/office/drawing/2014/main" id="{BDDE82B7-5EE5-63AA-8B52-668E714BB1EA}"/>
              </a:ext>
            </a:extLst>
          </p:cNvPr>
          <p:cNvSpPr/>
          <p:nvPr/>
        </p:nvSpPr>
        <p:spPr>
          <a:xfrm>
            <a:off x="165146" y="65055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12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9353F11-1E3D-A0CB-B00B-33C1AFFC6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46" y="537515"/>
            <a:ext cx="11988754" cy="6237704"/>
          </a:xfrm>
          <a:prstGeom prst="rect">
            <a:avLst/>
          </a:prstGeom>
        </p:spPr>
      </p:pic>
      <p:sp>
        <p:nvSpPr>
          <p:cNvPr id="2" name="Text 28">
            <a:extLst>
              <a:ext uri="{FF2B5EF4-FFF2-40B4-BE49-F238E27FC236}">
                <a16:creationId xmlns:a16="http://schemas.microsoft.com/office/drawing/2014/main" id="{EC81C732-1FD6-C597-5652-7D330052DA2C}"/>
              </a:ext>
            </a:extLst>
          </p:cNvPr>
          <p:cNvSpPr/>
          <p:nvPr/>
        </p:nvSpPr>
        <p:spPr>
          <a:xfrm>
            <a:off x="165146" y="65055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1200" b="1" dirty="0">
              <a:solidFill>
                <a:schemeClr val="tx2"/>
              </a:solidFill>
            </a:endParaRPr>
          </a:p>
        </p:txBody>
      </p:sp>
      <p:sp>
        <p:nvSpPr>
          <p:cNvPr id="4" name="Text 13">
            <a:extLst>
              <a:ext uri="{FF2B5EF4-FFF2-40B4-BE49-F238E27FC236}">
                <a16:creationId xmlns:a16="http://schemas.microsoft.com/office/drawing/2014/main" id="{30867046-35F3-C737-613E-BE74473FEB79}"/>
              </a:ext>
            </a:extLst>
          </p:cNvPr>
          <p:cNvSpPr/>
          <p:nvPr/>
        </p:nvSpPr>
        <p:spPr>
          <a:xfrm>
            <a:off x="11544505" y="652788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9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18E7A4D-5B08-EFB1-87F0-1CC3798C67BF}"/>
              </a:ext>
            </a:extLst>
          </p:cNvPr>
          <p:cNvSpPr txBox="1"/>
          <p:nvPr/>
        </p:nvSpPr>
        <p:spPr>
          <a:xfrm>
            <a:off x="2784764" y="5929927"/>
            <a:ext cx="5444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err="1">
                <a:solidFill>
                  <a:schemeClr val="tx2"/>
                </a:solidFill>
              </a:rPr>
              <a:t>Fig</a:t>
            </a:r>
            <a:r>
              <a:rPr lang="fr-FR" sz="1400" dirty="0">
                <a:solidFill>
                  <a:schemeClr val="tx2"/>
                </a:solidFill>
              </a:rPr>
              <a:t> No.1.Conveyor </a:t>
            </a:r>
            <a:r>
              <a:rPr lang="fr-FR" sz="1400" dirty="0" err="1">
                <a:solidFill>
                  <a:schemeClr val="tx2"/>
                </a:solidFill>
              </a:rPr>
              <a:t>motor</a:t>
            </a:r>
            <a:r>
              <a:rPr lang="fr-FR" sz="1400" dirty="0">
                <a:solidFill>
                  <a:schemeClr val="tx2"/>
                </a:solidFill>
              </a:rPr>
              <a:t> model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43D22719-A234-09D0-8CE6-FEC0A1985223}"/>
              </a:ext>
            </a:extLst>
          </p:cNvPr>
          <p:cNvSpPr/>
          <p:nvPr/>
        </p:nvSpPr>
        <p:spPr>
          <a:xfrm flipV="1">
            <a:off x="-38100" y="782001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403136AC-6999-9CE7-7161-633AA8D9D60A}"/>
              </a:ext>
            </a:extLst>
          </p:cNvPr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CONVEYOR MODEL</a:t>
            </a:r>
            <a:endParaRPr lang="en-US" sz="30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36385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5DD12A9-17A7-8013-5579-61501407D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35" y="884420"/>
            <a:ext cx="11262770" cy="5665803"/>
          </a:xfrm>
          <a:prstGeom prst="rect">
            <a:avLst/>
          </a:prstGeom>
        </p:spPr>
      </p:pic>
      <p:sp>
        <p:nvSpPr>
          <p:cNvPr id="2" name="Text 13">
            <a:extLst>
              <a:ext uri="{FF2B5EF4-FFF2-40B4-BE49-F238E27FC236}">
                <a16:creationId xmlns:a16="http://schemas.microsoft.com/office/drawing/2014/main" id="{74729221-37F3-68AC-3691-0D31F1186B11}"/>
              </a:ext>
            </a:extLst>
          </p:cNvPr>
          <p:cNvSpPr/>
          <p:nvPr/>
        </p:nvSpPr>
        <p:spPr>
          <a:xfrm>
            <a:off x="11544505" y="652788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10</a:t>
            </a:r>
          </a:p>
        </p:txBody>
      </p:sp>
      <p:sp>
        <p:nvSpPr>
          <p:cNvPr id="4" name="Text 28">
            <a:extLst>
              <a:ext uri="{FF2B5EF4-FFF2-40B4-BE49-F238E27FC236}">
                <a16:creationId xmlns:a16="http://schemas.microsoft.com/office/drawing/2014/main" id="{61433B6F-216D-0013-77F9-89DDF9745B41}"/>
              </a:ext>
            </a:extLst>
          </p:cNvPr>
          <p:cNvSpPr/>
          <p:nvPr/>
        </p:nvSpPr>
        <p:spPr>
          <a:xfrm>
            <a:off x="165146" y="65055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1200" b="1" dirty="0">
              <a:solidFill>
                <a:schemeClr val="tx2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FF0B948-75DD-3B43-E609-D7A9AA00AB6B}"/>
              </a:ext>
            </a:extLst>
          </p:cNvPr>
          <p:cNvSpPr txBox="1"/>
          <p:nvPr/>
        </p:nvSpPr>
        <p:spPr>
          <a:xfrm>
            <a:off x="3999221" y="6494795"/>
            <a:ext cx="5444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err="1">
                <a:solidFill>
                  <a:schemeClr val="tx2"/>
                </a:solidFill>
              </a:rPr>
              <a:t>Fig</a:t>
            </a:r>
            <a:r>
              <a:rPr lang="fr-FR" sz="1400" dirty="0">
                <a:solidFill>
                  <a:schemeClr val="tx2"/>
                </a:solidFill>
              </a:rPr>
              <a:t> No.2.Conveyor </a:t>
            </a:r>
            <a:r>
              <a:rPr lang="fr-FR" sz="1400" dirty="0" err="1">
                <a:solidFill>
                  <a:schemeClr val="tx2"/>
                </a:solidFill>
              </a:rPr>
              <a:t>motor</a:t>
            </a:r>
            <a:r>
              <a:rPr lang="fr-FR" sz="1400" dirty="0">
                <a:solidFill>
                  <a:schemeClr val="tx2"/>
                </a:solidFill>
              </a:rPr>
              <a:t> model FMU </a:t>
            </a:r>
            <a:r>
              <a:rPr lang="fr-FR" sz="1400" dirty="0" err="1">
                <a:solidFill>
                  <a:schemeClr val="tx2"/>
                </a:solidFill>
              </a:rPr>
              <a:t>Verification</a:t>
            </a:r>
            <a:endParaRPr lang="fr-FR" sz="1400" dirty="0">
              <a:solidFill>
                <a:schemeClr val="tx2"/>
              </a:solidFill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E8BE9621-20C2-692F-788F-22E3413E6F65}"/>
              </a:ext>
            </a:extLst>
          </p:cNvPr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CONVEYOR FMU VALIDATION</a:t>
            </a: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85F09BC2-25E1-A19A-2479-00DE5C4DA9FD}"/>
              </a:ext>
            </a:extLst>
          </p:cNvPr>
          <p:cNvSpPr/>
          <p:nvPr/>
        </p:nvSpPr>
        <p:spPr>
          <a:xfrm flipV="1">
            <a:off x="-19050" y="795735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512312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2 · CR5 COBOT</a:t>
            </a:r>
            <a:endParaRPr lang="en-US" sz="30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faithful 6-DOF multibody twin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4068" y="1289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Kinematic chain  (Dobot CR5 axis convention)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719072"/>
            <a:ext cx="1234440" cy="804672"/>
          </a:xfrm>
          <a:prstGeom prst="roundRect">
            <a:avLst>
              <a:gd name="adj" fmla="val 6818"/>
            </a:avLst>
          </a:prstGeom>
          <a:solidFill>
            <a:schemeClr val="accent1"/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81051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J1</a:t>
            </a:r>
            <a:endParaRPr lang="en-US" sz="1600" b="1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axis Z</a:t>
            </a:r>
            <a:endParaRPr lang="en-US" sz="1600" b="1" dirty="0">
              <a:solidFill>
                <a:srgbClr val="00206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755648" y="1920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48256" y="1719072"/>
            <a:ext cx="1234440" cy="804672"/>
          </a:xfrm>
          <a:prstGeom prst="roundRect">
            <a:avLst>
              <a:gd name="adj" fmla="val 6818"/>
            </a:avLst>
          </a:prstGeom>
          <a:solidFill>
            <a:schemeClr val="accent1"/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48256" y="181051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J2</a:t>
            </a:r>
            <a:endParaRPr lang="en-US" sz="1600" b="1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axis Y</a:t>
            </a:r>
            <a:endParaRPr lang="en-US" sz="1600" b="1" dirty="0">
              <a:solidFill>
                <a:srgbClr val="00206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236976" y="1920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529584" y="1719072"/>
            <a:ext cx="1234440" cy="804672"/>
          </a:xfrm>
          <a:prstGeom prst="roundRect">
            <a:avLst>
              <a:gd name="adj" fmla="val 6818"/>
            </a:avLst>
          </a:prstGeom>
          <a:solidFill>
            <a:schemeClr val="accent1"/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29584" y="181051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J3</a:t>
            </a:r>
            <a:endParaRPr lang="en-US" sz="1600" b="1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axis Y</a:t>
            </a:r>
            <a:endParaRPr lang="en-US" sz="1600" b="1" dirty="0">
              <a:solidFill>
                <a:srgbClr val="00206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18304" y="1920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10912" y="1719072"/>
            <a:ext cx="1234440" cy="804672"/>
          </a:xfrm>
          <a:prstGeom prst="roundRect">
            <a:avLst>
              <a:gd name="adj" fmla="val 6818"/>
            </a:avLst>
          </a:prstGeom>
          <a:solidFill>
            <a:schemeClr val="accent1"/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10912" y="181051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J4</a:t>
            </a:r>
            <a:endParaRPr lang="en-US" sz="1600" b="1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axis X</a:t>
            </a:r>
            <a:endParaRPr lang="en-US" sz="1600" b="1" dirty="0">
              <a:solidFill>
                <a:srgbClr val="00206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199632" y="1920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92240" y="1719072"/>
            <a:ext cx="1234440" cy="804672"/>
          </a:xfrm>
          <a:prstGeom prst="roundRect">
            <a:avLst>
              <a:gd name="adj" fmla="val 6818"/>
            </a:avLst>
          </a:prstGeom>
          <a:solidFill>
            <a:schemeClr val="accent1"/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181051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J5</a:t>
            </a:r>
            <a:endParaRPr lang="en-US" sz="1600" b="1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axis Y</a:t>
            </a:r>
            <a:endParaRPr lang="en-US" sz="1600" b="1" dirty="0">
              <a:solidFill>
                <a:srgbClr val="00206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7680960" y="1920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973568" y="1719072"/>
            <a:ext cx="1234440" cy="804672"/>
          </a:xfrm>
          <a:prstGeom prst="roundRect">
            <a:avLst>
              <a:gd name="adj" fmla="val 6818"/>
            </a:avLst>
          </a:prstGeom>
          <a:solidFill>
            <a:schemeClr val="accent1"/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973568" y="181051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J6</a:t>
            </a:r>
            <a:endParaRPr lang="en-US" sz="1600" b="1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axis Z</a:t>
            </a:r>
            <a:endParaRPr lang="en-US" sz="1600" b="1" dirty="0">
              <a:solidFill>
                <a:srgbClr val="002060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66928" y="2834640"/>
            <a:ext cx="5212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" y="2834640"/>
            <a:ext cx="91440" cy="1508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2971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Geometry from the real robot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1248" y="329184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Per-link mass, COM and inertia extracted from the public CR5 CAD in </a:t>
            </a: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3DEXPERINCE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6× Revolute + 6× BodyShape, Newton-Euler assembled automatically by the MultiBody library.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6928" y="4526280"/>
            <a:ext cx="5212080" cy="1554480"/>
          </a:xfrm>
          <a:prstGeom prst="roundRect">
            <a:avLst>
              <a:gd name="adj" fmla="val 4706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95528" y="464515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2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94.9%</a:t>
            </a:r>
            <a:endParaRPr lang="en-US" sz="3800" dirty="0">
              <a:solidFill>
                <a:srgbClr val="002060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2807208" y="4681728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agreement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23.74 kg vs brochure 25 kg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Joint-2 gravity pendulum: period matches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943600" y="2834640"/>
            <a:ext cx="5669280" cy="3968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943600" y="59893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CR5 Model</a:t>
            </a:r>
            <a:endParaRPr lang="en-US" sz="1400" dirty="0"/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2D62EE51-0630-D5B8-79A6-E2A4A7558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523744"/>
            <a:ext cx="5178552" cy="4224528"/>
          </a:xfrm>
          <a:prstGeom prst="rect">
            <a:avLst/>
          </a:prstGeom>
        </p:spPr>
      </p:pic>
      <p:sp>
        <p:nvSpPr>
          <p:cNvPr id="30" name="Text 28">
            <a:extLst>
              <a:ext uri="{FF2B5EF4-FFF2-40B4-BE49-F238E27FC236}">
                <a16:creationId xmlns:a16="http://schemas.microsoft.com/office/drawing/2014/main" id="{A14863FA-5946-3F6D-C1B5-7D71107A5347}"/>
              </a:ext>
            </a:extLst>
          </p:cNvPr>
          <p:cNvSpPr/>
          <p:nvPr/>
        </p:nvSpPr>
        <p:spPr>
          <a:xfrm>
            <a:off x="165146" y="65055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1200" b="1" dirty="0">
              <a:solidFill>
                <a:schemeClr val="tx2"/>
              </a:solidFill>
            </a:endParaRPr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B85DE988-E4A9-13DE-676F-8FC8FF7A54F1}"/>
              </a:ext>
            </a:extLst>
          </p:cNvPr>
          <p:cNvSpPr/>
          <p:nvPr/>
        </p:nvSpPr>
        <p:spPr>
          <a:xfrm>
            <a:off x="11544505" y="652788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11</a:t>
            </a:r>
          </a:p>
        </p:txBody>
      </p:sp>
      <p:sp>
        <p:nvSpPr>
          <p:cNvPr id="36" name="Shape 6">
            <a:extLst>
              <a:ext uri="{FF2B5EF4-FFF2-40B4-BE49-F238E27FC236}">
                <a16:creationId xmlns:a16="http://schemas.microsoft.com/office/drawing/2014/main" id="{C8A7330B-DC8F-2F10-03BF-71F36582B655}"/>
              </a:ext>
            </a:extLst>
          </p:cNvPr>
          <p:cNvSpPr/>
          <p:nvPr/>
        </p:nvSpPr>
        <p:spPr>
          <a:xfrm flipV="1">
            <a:off x="-19050" y="795735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86332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8B71677E-A676-00B8-A6FA-866F91D72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55" y="1064304"/>
            <a:ext cx="11583535" cy="5345371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7C8D1E3A-D353-A375-CB0F-DAFAB215DFB2}"/>
              </a:ext>
            </a:extLst>
          </p:cNvPr>
          <p:cNvSpPr txBox="1"/>
          <p:nvPr/>
        </p:nvSpPr>
        <p:spPr>
          <a:xfrm>
            <a:off x="3290454" y="6409675"/>
            <a:ext cx="5444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err="1">
                <a:solidFill>
                  <a:schemeClr val="tx2"/>
                </a:solidFill>
              </a:rPr>
              <a:t>Fig</a:t>
            </a:r>
            <a:r>
              <a:rPr lang="fr-FR" sz="1400" dirty="0">
                <a:solidFill>
                  <a:schemeClr val="tx2"/>
                </a:solidFill>
              </a:rPr>
              <a:t> No.3. CR5 COBOT model</a:t>
            </a:r>
          </a:p>
        </p:txBody>
      </p:sp>
      <p:sp>
        <p:nvSpPr>
          <p:cNvPr id="4" name="Text 39">
            <a:extLst>
              <a:ext uri="{FF2B5EF4-FFF2-40B4-BE49-F238E27FC236}">
                <a16:creationId xmlns:a16="http://schemas.microsoft.com/office/drawing/2014/main" id="{4D6B2DE0-AA03-7599-E2F6-11C0D5E1B161}"/>
              </a:ext>
            </a:extLst>
          </p:cNvPr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12</a:t>
            </a: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585F3F8C-A6D8-BCE8-5DB7-4AB838D7BD78}"/>
              </a:ext>
            </a:extLst>
          </p:cNvPr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CR5 COBOT MODEL</a:t>
            </a:r>
            <a:endParaRPr lang="en-US" sz="30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CF142066-77DA-41F5-C1C5-0E28295D1F32}"/>
              </a:ext>
            </a:extLst>
          </p:cNvPr>
          <p:cNvSpPr/>
          <p:nvPr/>
        </p:nvSpPr>
        <p:spPr>
          <a:xfrm flipV="1">
            <a:off x="-19050" y="795735"/>
            <a:ext cx="1221105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142484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3 · XY10 STATION</a:t>
            </a:r>
            <a:endParaRPr lang="en-US" sz="30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Cartesian gantry + vacuum gripper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Closed-loop drive  (per axis · ×3 for X · Y · Z)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1371600" cy="822960"/>
          </a:xfrm>
          <a:prstGeom prst="roundRect">
            <a:avLst>
              <a:gd name="adj" fmla="val 5556"/>
            </a:avLst>
          </a:prstGeom>
          <a:solidFill>
            <a:schemeClr val="accent1">
              <a:lumMod val="60000"/>
              <a:lumOff val="40000"/>
            </a:schemeClr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691640"/>
            <a:ext cx="1371600" cy="822960"/>
          </a:xfrm>
          <a:prstGeom prst="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ctr">
              <a:lnSpc>
                <a:spcPct val="92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892808" y="185623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103120" y="1691640"/>
            <a:ext cx="1371600" cy="822960"/>
          </a:xfrm>
          <a:prstGeom prst="roundRect">
            <a:avLst>
              <a:gd name="adj" fmla="val 5556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03120" y="1691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429000" y="185623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39312" y="1691640"/>
            <a:ext cx="1371600" cy="822960"/>
          </a:xfrm>
          <a:prstGeom prst="roundRect">
            <a:avLst>
              <a:gd name="adj" fmla="val 5556"/>
            </a:avLst>
          </a:prstGeom>
          <a:solidFill>
            <a:srgbClr val="D98A12"/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39312" y="1691640"/>
            <a:ext cx="1371600" cy="8229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DC-equiv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ctr">
              <a:lnSpc>
                <a:spcPct val="92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65192" y="185623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175504" y="1691640"/>
            <a:ext cx="1371600" cy="822960"/>
          </a:xfrm>
          <a:prstGeom prst="roundRect">
            <a:avLst>
              <a:gd name="adj" fmla="val 5556"/>
            </a:avLst>
          </a:prstGeom>
          <a:solidFill>
            <a:srgbClr val="D98A12"/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75504" y="1691640"/>
            <a:ext cx="1371600" cy="8229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R-L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ctr">
              <a:lnSpc>
                <a:spcPct val="92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winding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01384" y="185623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711696" y="1691640"/>
            <a:ext cx="1371600" cy="822960"/>
          </a:xfrm>
          <a:prstGeom prst="roundRect">
            <a:avLst>
              <a:gd name="adj" fmla="val 5556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11696" y="1691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ctr">
              <a:lnSpc>
                <a:spcPct val="92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8037576" y="185623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247888" y="1691640"/>
            <a:ext cx="1371600" cy="822960"/>
          </a:xfrm>
          <a:prstGeom prst="roundRect">
            <a:avLst>
              <a:gd name="adj" fmla="val 5556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47888" y="1691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Lead-screw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ctr">
              <a:lnSpc>
                <a:spcPct val="92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(rot→lin)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573768" y="185623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784080" y="1691640"/>
            <a:ext cx="1371600" cy="822960"/>
          </a:xfrm>
          <a:prstGeom prst="roundRect">
            <a:avLst>
              <a:gd name="adj" fmla="val 5556"/>
            </a:avLst>
          </a:prstGeom>
          <a:solidFill>
            <a:schemeClr val="accent1">
              <a:lumMod val="60000"/>
              <a:lumOff val="40000"/>
            </a:schemeClr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784080" y="1691640"/>
            <a:ext cx="1371600" cy="8229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ctr">
              <a:lnSpc>
                <a:spcPct val="92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566928" y="2651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feedback closes the loop · vacuum gripper: Boolean command → switch → grip force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66928" y="3063240"/>
            <a:ext cx="5486400" cy="2926080"/>
          </a:xfrm>
          <a:prstGeom prst="roundRect">
            <a:avLst>
              <a:gd name="adj" fmla="val 2500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66928" y="3063240"/>
            <a:ext cx="91440" cy="29260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" y="32004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Honest abstraction: DC-equivalent steppers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841248" y="370332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steppers fire 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±20 A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chopper mode; the FMU models a smooth 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±3 A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time-averaged drive. At line-orchestration level what matters is envelope, timing and energy — all captured. Chopper detail belongs to EMC studies, not digital-twin operation. A documented engineering choice, not an omission.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63640" y="3063240"/>
            <a:ext cx="5349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482129" y="6182729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XY10 Station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6" name="Image 35">
            <a:extLst>
              <a:ext uri="{FF2B5EF4-FFF2-40B4-BE49-F238E27FC236}">
                <a16:creationId xmlns:a16="http://schemas.microsoft.com/office/drawing/2014/main" id="{F5C1A5B1-86C5-DBBC-7975-26053ED19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3744" y="3063240"/>
            <a:ext cx="3171583" cy="2880360"/>
          </a:xfrm>
          <a:prstGeom prst="rect">
            <a:avLst/>
          </a:prstGeom>
        </p:spPr>
      </p:pic>
      <p:sp>
        <p:nvSpPr>
          <p:cNvPr id="31" name="ZoneTexte 30">
            <a:extLst>
              <a:ext uri="{FF2B5EF4-FFF2-40B4-BE49-F238E27FC236}">
                <a16:creationId xmlns:a16="http://schemas.microsoft.com/office/drawing/2014/main" id="{0F666E1F-890F-0215-1CFC-18A578588EF2}"/>
              </a:ext>
            </a:extLst>
          </p:cNvPr>
          <p:cNvSpPr txBox="1"/>
          <p:nvPr/>
        </p:nvSpPr>
        <p:spPr>
          <a:xfrm>
            <a:off x="7383916" y="2818569"/>
            <a:ext cx="331123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FDFD1117-DB6E-7E31-A9F1-10CD925D17DA}"/>
              </a:ext>
            </a:extLst>
          </p:cNvPr>
          <p:cNvSpPr/>
          <p:nvPr/>
        </p:nvSpPr>
        <p:spPr>
          <a:xfrm>
            <a:off x="11544505" y="652788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13</a:t>
            </a:r>
          </a:p>
        </p:txBody>
      </p:sp>
      <p:pic>
        <p:nvPicPr>
          <p:cNvPr id="38" name="Image 37">
            <a:extLst>
              <a:ext uri="{FF2B5EF4-FFF2-40B4-BE49-F238E27FC236}">
                <a16:creationId xmlns:a16="http://schemas.microsoft.com/office/drawing/2014/main" id="{BA1B0D06-BF04-B870-8633-CA6B8328B5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731" y="6453119"/>
            <a:ext cx="8324850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136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64BB408-D7F0-65AB-60EE-287D25AC2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4479"/>
            <a:ext cx="12012701" cy="1738859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7DB5C18C-A5CD-A17A-FF04-E0F74E4EA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49" y="2784762"/>
            <a:ext cx="12102351" cy="144087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A6BCD47-4828-B637-0B5E-7C00D07894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73237"/>
            <a:ext cx="12192000" cy="2762120"/>
          </a:xfrm>
          <a:prstGeom prst="rect">
            <a:avLst/>
          </a:prstGeom>
        </p:spPr>
      </p:pic>
      <p:sp>
        <p:nvSpPr>
          <p:cNvPr id="8" name="Text 39">
            <a:extLst>
              <a:ext uri="{FF2B5EF4-FFF2-40B4-BE49-F238E27FC236}">
                <a16:creationId xmlns:a16="http://schemas.microsoft.com/office/drawing/2014/main" id="{1EA2C7D3-55D4-CE92-B3A4-1FF24D345AB1}"/>
              </a:ext>
            </a:extLst>
          </p:cNvPr>
          <p:cNvSpPr/>
          <p:nvPr/>
        </p:nvSpPr>
        <p:spPr>
          <a:xfrm>
            <a:off x="116403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</a:rPr>
              <a:t>14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FE444051-E238-3966-CBF9-B18ED987B0A1}"/>
              </a:ext>
            </a:extLst>
          </p:cNvPr>
          <p:cNvSpPr/>
          <p:nvPr/>
        </p:nvSpPr>
        <p:spPr>
          <a:xfrm flipV="1">
            <a:off x="-19050" y="795735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E6607EF6-F3DD-DBBB-9277-A9D9557748AD}"/>
              </a:ext>
            </a:extLst>
          </p:cNvPr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XY10 STATION MODEL</a:t>
            </a:r>
            <a:endParaRPr lang="en-US" sz="30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17753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490E238-1512-418A-0455-B4828D3D9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82" y="533050"/>
            <a:ext cx="10777928" cy="6033541"/>
          </a:xfrm>
          <a:prstGeom prst="rect">
            <a:avLst/>
          </a:prstGeom>
        </p:spPr>
      </p:pic>
      <p:sp>
        <p:nvSpPr>
          <p:cNvPr id="4" name="Text 39">
            <a:extLst>
              <a:ext uri="{FF2B5EF4-FFF2-40B4-BE49-F238E27FC236}">
                <a16:creationId xmlns:a16="http://schemas.microsoft.com/office/drawing/2014/main" id="{9FBE43A9-FD48-45EA-1B65-38221533948D}"/>
              </a:ext>
            </a:extLst>
          </p:cNvPr>
          <p:cNvSpPr/>
          <p:nvPr/>
        </p:nvSpPr>
        <p:spPr>
          <a:xfrm>
            <a:off x="1159729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</a:rPr>
              <a:t>15</a:t>
            </a: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9D481AC2-AD1B-F831-63B0-26973149CDBC}"/>
              </a:ext>
            </a:extLst>
          </p:cNvPr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XY10 STATION FMU VALIDATION </a:t>
            </a:r>
            <a:endParaRPr lang="en-US" sz="30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E0BDA83B-E1E0-5D6A-5F68-3374DFA62734}"/>
              </a:ext>
            </a:extLst>
          </p:cNvPr>
          <p:cNvSpPr/>
          <p:nvPr/>
        </p:nvSpPr>
        <p:spPr>
          <a:xfrm flipV="1">
            <a:off x="-19050" y="795735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57977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A2D04307-438E-D936-1E7E-8D5BF334E78B}"/>
              </a:ext>
            </a:extLst>
          </p:cNvPr>
          <p:cNvSpPr/>
          <p:nvPr/>
        </p:nvSpPr>
        <p:spPr>
          <a:xfrm>
            <a:off x="244394" y="211913"/>
            <a:ext cx="113504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30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WORKFLOW</a:t>
            </a:r>
            <a:endParaRPr lang="en-US" sz="30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endParaRPr>
          </a:p>
        </p:txBody>
      </p: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BCA8EB48-EE3F-8970-2F21-7417F16B45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0506305"/>
              </p:ext>
            </p:extLst>
          </p:nvPr>
        </p:nvGraphicFramePr>
        <p:xfrm>
          <a:off x="597131" y="1218699"/>
          <a:ext cx="9671134" cy="26346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4" name="ZoneTexte 33">
            <a:extLst>
              <a:ext uri="{FF2B5EF4-FFF2-40B4-BE49-F238E27FC236}">
                <a16:creationId xmlns:a16="http://schemas.microsoft.com/office/drawing/2014/main" id="{D75143A9-EB18-B191-DA0C-2E5175C74688}"/>
              </a:ext>
            </a:extLst>
          </p:cNvPr>
          <p:cNvSpPr txBox="1"/>
          <p:nvPr/>
        </p:nvSpPr>
        <p:spPr>
          <a:xfrm>
            <a:off x="1367852" y="2968050"/>
            <a:ext cx="6093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Multiphysics modelling in </a:t>
            </a:r>
            <a:r>
              <a:rPr lang="en-US" sz="2000" b="1" dirty="0" err="1">
                <a:solidFill>
                  <a:schemeClr val="accent1">
                    <a:lumMod val="50000"/>
                  </a:schemeClr>
                </a:solidFill>
              </a:rPr>
              <a:t>Dymola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 / 3DEXPERIENCE</a:t>
            </a:r>
            <a:endParaRPr lang="fr-FR" sz="2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35" name="Diagramme 34">
            <a:extLst>
              <a:ext uri="{FF2B5EF4-FFF2-40B4-BE49-F238E27FC236}">
                <a16:creationId xmlns:a16="http://schemas.microsoft.com/office/drawing/2014/main" id="{AAD45072-931E-FDC0-7E98-355488E635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5528034"/>
              </p:ext>
            </p:extLst>
          </p:nvPr>
        </p:nvGraphicFramePr>
        <p:xfrm>
          <a:off x="597131" y="3664594"/>
          <a:ext cx="9671134" cy="26346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37" name="ZoneTexte 36">
            <a:extLst>
              <a:ext uri="{FF2B5EF4-FFF2-40B4-BE49-F238E27FC236}">
                <a16:creationId xmlns:a16="http://schemas.microsoft.com/office/drawing/2014/main" id="{C71E4097-9D95-033F-645D-E6C5FA662CCA}"/>
              </a:ext>
            </a:extLst>
          </p:cNvPr>
          <p:cNvSpPr txBox="1"/>
          <p:nvPr/>
        </p:nvSpPr>
        <p:spPr>
          <a:xfrm>
            <a:off x="1367852" y="3815420"/>
            <a:ext cx="74501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chemeClr val="accent1">
                    <a:lumMod val="50000"/>
                  </a:schemeClr>
                </a:solidFill>
              </a:rPr>
              <a:t>FMU export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Each model exported as FMI 2.0 Co-Simulation FMU.</a:t>
            </a:r>
            <a:endParaRPr lang="fr-FR" sz="2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61410C7B-0E3A-503C-3384-E12C03FEAEE9}"/>
              </a:ext>
            </a:extLst>
          </p:cNvPr>
          <p:cNvSpPr/>
          <p:nvPr/>
        </p:nvSpPr>
        <p:spPr>
          <a:xfrm flipV="1">
            <a:off x="-19050" y="795735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4589686F-F7D9-3A7F-ED35-F8DCCC1D2C52}"/>
              </a:ext>
            </a:extLst>
          </p:cNvPr>
          <p:cNvSpPr/>
          <p:nvPr/>
        </p:nvSpPr>
        <p:spPr>
          <a:xfrm>
            <a:off x="11544505" y="652788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</a:rPr>
              <a:t>16</a:t>
            </a:r>
          </a:p>
        </p:txBody>
      </p:sp>
      <p:sp>
        <p:nvSpPr>
          <p:cNvPr id="6" name="Text 28">
            <a:extLst>
              <a:ext uri="{FF2B5EF4-FFF2-40B4-BE49-F238E27FC236}">
                <a16:creationId xmlns:a16="http://schemas.microsoft.com/office/drawing/2014/main" id="{3C4E2054-1E47-8E1D-BF1C-8238FA2787A6}"/>
              </a:ext>
            </a:extLst>
          </p:cNvPr>
          <p:cNvSpPr/>
          <p:nvPr/>
        </p:nvSpPr>
        <p:spPr>
          <a:xfrm>
            <a:off x="165146" y="65055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1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248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B17728A6-EB8A-A4D3-704E-D607C60FCF98}"/>
              </a:ext>
            </a:extLst>
          </p:cNvPr>
          <p:cNvSpPr txBox="1"/>
          <p:nvPr/>
        </p:nvSpPr>
        <p:spPr>
          <a:xfrm>
            <a:off x="249382" y="189902"/>
            <a:ext cx="964412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REAL-TIME EXPERIMENT ON THE ALIX LINE</a:t>
            </a:r>
            <a:endParaRPr lang="fr-FR" sz="30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7A0BFDD-CF19-0FB9-C7D7-6F209820E599}"/>
              </a:ext>
            </a:extLst>
          </p:cNvPr>
          <p:cNvSpPr txBox="1"/>
          <p:nvPr/>
        </p:nvSpPr>
        <p:spPr>
          <a:xfrm>
            <a:off x="581891" y="9555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The 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experimental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 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sequence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: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22D40D78-A0B4-4658-AB63-C9FE6D383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780541"/>
              </p:ext>
            </p:extLst>
          </p:nvPr>
        </p:nvGraphicFramePr>
        <p:xfrm>
          <a:off x="595746" y="1597013"/>
          <a:ext cx="11139054" cy="4485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634">
                  <a:extLst>
                    <a:ext uri="{9D8B030D-6E8A-4147-A177-3AD203B41FA5}">
                      <a16:colId xmlns:a16="http://schemas.microsoft.com/office/drawing/2014/main" val="739400680"/>
                    </a:ext>
                  </a:extLst>
                </a:gridCol>
                <a:gridCol w="7214128">
                  <a:extLst>
                    <a:ext uri="{9D8B030D-6E8A-4147-A177-3AD203B41FA5}">
                      <a16:colId xmlns:a16="http://schemas.microsoft.com/office/drawing/2014/main" val="3292622227"/>
                    </a:ext>
                  </a:extLst>
                </a:gridCol>
                <a:gridCol w="2667292">
                  <a:extLst>
                    <a:ext uri="{9D8B030D-6E8A-4147-A177-3AD203B41FA5}">
                      <a16:colId xmlns:a16="http://schemas.microsoft.com/office/drawing/2014/main" val="960381866"/>
                    </a:ext>
                  </a:extLst>
                </a:gridCol>
              </a:tblGrid>
              <a:tr h="448513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t (s)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Station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145924"/>
                  </a:ext>
                </a:extLst>
              </a:tr>
              <a:tr h="448513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Pot enters the line from the input magazine</a:t>
                      </a:r>
                      <a:endParaRPr lang="fr-FR" sz="16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(</a:t>
                      </a:r>
                      <a:r>
                        <a:rPr lang="fr-FR" sz="1600" dirty="0" err="1">
                          <a:solidFill>
                            <a:srgbClr val="002060"/>
                          </a:solidFill>
                        </a:rPr>
                        <a:t>upstream</a:t>
                      </a:r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814014"/>
                  </a:ext>
                </a:extLst>
              </a:tr>
              <a:tr h="448513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XY10 vacuum gripper picks the empty pot from the input tray</a:t>
                      </a:r>
                      <a:endParaRPr lang="fr-FR" sz="16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XY10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963948"/>
                  </a:ext>
                </a:extLst>
              </a:tr>
              <a:tr h="448513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XY10 places the pot onto the moving conveyor belt</a:t>
                      </a:r>
                      <a:endParaRPr lang="fr-FR" sz="16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XY10 → </a:t>
                      </a:r>
                      <a:r>
                        <a:rPr lang="fr-FR" sz="1600" dirty="0" err="1">
                          <a:solidFill>
                            <a:srgbClr val="002060"/>
                          </a:solidFill>
                        </a:rPr>
                        <a:t>Conveyor</a:t>
                      </a:r>
                      <a:endParaRPr lang="fr-FR" sz="16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344122"/>
                  </a:ext>
                </a:extLst>
              </a:tr>
              <a:tr h="448513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8 →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2060"/>
                          </a:solidFill>
                        </a:rPr>
                        <a:t>Conveyor transports the pot along the line</a:t>
                      </a: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 (0.196 m/s steady state)</a:t>
                      </a:r>
                      <a:endParaRPr lang="fr-FR" sz="16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rgbClr val="002060"/>
                          </a:solidFill>
                        </a:rPr>
                        <a:t>Conveyor</a:t>
                      </a:r>
                      <a:endParaRPr lang="fr-FR" sz="16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823406"/>
                  </a:ext>
                </a:extLst>
              </a:tr>
              <a:tr h="448513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Pot arrives at the CR5 capping station, photoelectric sensor S2 triggers</a:t>
                      </a:r>
                      <a:endParaRPr lang="fr-FR" sz="16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rgbClr val="002060"/>
                          </a:solidFill>
                        </a:rPr>
                        <a:t>Conveyor</a:t>
                      </a:r>
                      <a:endParaRPr lang="fr-FR" sz="16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304967"/>
                  </a:ext>
                </a:extLst>
              </a:tr>
              <a:tr h="448513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CR5 picks a cap from the cap dispenser</a:t>
                      </a:r>
                      <a:endParaRPr lang="fr-FR" sz="16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CR5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366441"/>
                  </a:ext>
                </a:extLst>
              </a:tr>
              <a:tr h="448513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CR5 places the cap on the pot, vision check confirms placement</a:t>
                      </a:r>
                      <a:endParaRPr lang="fr-FR" sz="16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CR5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004557"/>
                  </a:ext>
                </a:extLst>
              </a:tr>
              <a:tr h="448513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Conveyor restarts and carries the capped pot downstream</a:t>
                      </a:r>
                      <a:endParaRPr lang="fr-FR" sz="16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rgbClr val="002060"/>
                          </a:solidFill>
                        </a:rPr>
                        <a:t>Conveyor</a:t>
                      </a:r>
                      <a:endParaRPr lang="fr-FR" sz="16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305880"/>
                  </a:ext>
                </a:extLst>
              </a:tr>
              <a:tr h="448513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Cycle complete — next pot enters</a:t>
                      </a:r>
                      <a:endParaRPr lang="fr-FR" sz="16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---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676593"/>
                  </a:ext>
                </a:extLst>
              </a:tr>
            </a:tbl>
          </a:graphicData>
        </a:graphic>
      </p:graphicFrame>
      <p:sp>
        <p:nvSpPr>
          <p:cNvPr id="4" name="Text 28">
            <a:extLst>
              <a:ext uri="{FF2B5EF4-FFF2-40B4-BE49-F238E27FC236}">
                <a16:creationId xmlns:a16="http://schemas.microsoft.com/office/drawing/2014/main" id="{0984DE6A-B535-3C14-DAA2-4A6DAA7DDE80}"/>
              </a:ext>
            </a:extLst>
          </p:cNvPr>
          <p:cNvSpPr/>
          <p:nvPr/>
        </p:nvSpPr>
        <p:spPr>
          <a:xfrm>
            <a:off x="165146" y="65055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1200" b="1" dirty="0">
              <a:solidFill>
                <a:schemeClr val="tx2"/>
              </a:solidFill>
            </a:endParaRPr>
          </a:p>
        </p:txBody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B40E8C5D-63A1-3DBB-7BD0-5AE5BBDAB41D}"/>
              </a:ext>
            </a:extLst>
          </p:cNvPr>
          <p:cNvSpPr/>
          <p:nvPr/>
        </p:nvSpPr>
        <p:spPr>
          <a:xfrm>
            <a:off x="11544505" y="652788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</a:rPr>
              <a:t>17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B4C86E32-07B4-97AE-C2E7-AF7D65BE5646}"/>
              </a:ext>
            </a:extLst>
          </p:cNvPr>
          <p:cNvSpPr/>
          <p:nvPr/>
        </p:nvSpPr>
        <p:spPr>
          <a:xfrm flipV="1">
            <a:off x="-19050" y="795735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916083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</a:t>
            </a:r>
            <a:endParaRPr lang="en-US" sz="30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stages — against reality and against itself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53492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508760"/>
            <a:ext cx="5349240" cy="64008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5087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A — FMU vs real TDMS field data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95528" y="23317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b="1" i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model match the world?</a:t>
            </a:r>
            <a:endParaRPr lang="en-US" sz="1600" dirty="0"/>
          </a:p>
          <a:p>
            <a:pPr marL="0" indent="0" algn="just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voltage · conveyor current fundamental · motor temperature rise · XY10 burst envelope · CR5 mass — each compared against measurement.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53492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508760"/>
            <a:ext cx="5349240" cy="64008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5087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B — FMU vs Dymola reference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92240" y="23317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b="1" i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export stay faithful?</a:t>
            </a:r>
            <a:endParaRPr lang="en-US" sz="1600" dirty="0"/>
          </a:p>
          <a:p>
            <a:pPr marL="0" indent="0" algn="just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exported FMU is replayed in Python and compared to the original Dymola run — catching any FMU-export bug. Result: essentially lossless (T_motor differs by 0.0001 K).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6928" y="4526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accent1">
                    <a:lumMod val="5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Signal-processing pipeline (Stage A)</a:t>
            </a:r>
            <a:endParaRPr lang="en-US" sz="135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66928" y="4937760"/>
            <a:ext cx="1481328" cy="822960"/>
          </a:xfrm>
          <a:prstGeom prst="roundRect">
            <a:avLst>
              <a:gd name="adj" fmla="val 5556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9926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859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0080" y="52303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TDMS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157984" y="4937760"/>
            <a:ext cx="1481328" cy="822960"/>
          </a:xfrm>
          <a:prstGeom prst="roundRect">
            <a:avLst>
              <a:gd name="adj" fmla="val 5556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31136" y="49926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859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231136" y="52303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×200 / ×10 gains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749040" y="4937760"/>
            <a:ext cx="1481328" cy="822960"/>
          </a:xfrm>
          <a:prstGeom prst="roundRect">
            <a:avLst>
              <a:gd name="adj" fmla="val 5556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22192" y="49926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859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822192" y="52303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ms steady window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340096" y="4937760"/>
            <a:ext cx="1481328" cy="822960"/>
          </a:xfrm>
          <a:prstGeom prst="roundRect">
            <a:avLst>
              <a:gd name="adj" fmla="val 5556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13248" y="49926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859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413248" y="52303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Band-pass 40–60 Hz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931152" y="4937760"/>
            <a:ext cx="1481328" cy="822960"/>
          </a:xfrm>
          <a:prstGeom prst="roundRect">
            <a:avLst>
              <a:gd name="adj" fmla="val 5556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04304" y="49926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859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004304" y="52303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@ 50 kHz → decimate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522208" y="4937760"/>
            <a:ext cx="1481328" cy="822960"/>
          </a:xfrm>
          <a:prstGeom prst="roundRect">
            <a:avLst>
              <a:gd name="adj" fmla="val 5556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0" y="49926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859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595360" y="52303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Cross-correlation align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113264" y="4937760"/>
            <a:ext cx="1481328" cy="822960"/>
          </a:xfrm>
          <a:prstGeom prst="roundRect">
            <a:avLst>
              <a:gd name="adj" fmla="val 5556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86416" y="49926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859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0186416" y="534924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6 metrics</a:t>
            </a:r>
            <a:endParaRPr lang="en-US" sz="1400" dirty="0"/>
          </a:p>
        </p:txBody>
      </p:sp>
      <p:sp>
        <p:nvSpPr>
          <p:cNvPr id="36" name="Text 28">
            <a:extLst>
              <a:ext uri="{FF2B5EF4-FFF2-40B4-BE49-F238E27FC236}">
                <a16:creationId xmlns:a16="http://schemas.microsoft.com/office/drawing/2014/main" id="{DB2983DF-362C-2AB0-3C3E-2796789C111E}"/>
              </a:ext>
            </a:extLst>
          </p:cNvPr>
          <p:cNvSpPr/>
          <p:nvPr/>
        </p:nvSpPr>
        <p:spPr>
          <a:xfrm>
            <a:off x="165146" y="65055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1200" b="1" dirty="0">
              <a:solidFill>
                <a:schemeClr val="tx2"/>
              </a:solidFill>
            </a:endParaRPr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8E276F4A-A9D2-360A-CB55-DD5BCA1878C5}"/>
              </a:ext>
            </a:extLst>
          </p:cNvPr>
          <p:cNvSpPr/>
          <p:nvPr/>
        </p:nvSpPr>
        <p:spPr>
          <a:xfrm>
            <a:off x="11544505" y="652788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</a:rPr>
              <a:t>18</a:t>
            </a:r>
          </a:p>
        </p:txBody>
      </p:sp>
      <p:sp>
        <p:nvSpPr>
          <p:cNvPr id="38" name="Shape 6">
            <a:extLst>
              <a:ext uri="{FF2B5EF4-FFF2-40B4-BE49-F238E27FC236}">
                <a16:creationId xmlns:a16="http://schemas.microsoft.com/office/drawing/2014/main" id="{A60F711D-2424-D3BB-4ECC-2855A12C75DD}"/>
              </a:ext>
            </a:extLst>
          </p:cNvPr>
          <p:cNvSpPr/>
          <p:nvPr/>
        </p:nvSpPr>
        <p:spPr>
          <a:xfrm flipV="1">
            <a:off x="-19050" y="795735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HEADLINE</a:t>
            </a:r>
            <a:endParaRPr lang="en-US" sz="30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1"/>
          <p:cNvSpPr/>
          <p:nvPr/>
        </p:nvSpPr>
        <p:spPr>
          <a:xfrm>
            <a:off x="630936" y="91440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model matches the line</a:t>
            </a:r>
            <a:endParaRPr lang="en-US" sz="2700" dirty="0">
              <a:solidFill>
                <a:schemeClr val="tx2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1C3358"/>
          </a:solidFill>
          <a:ln w="19050">
            <a:solidFill>
              <a:srgbClr val="2C5F8A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85623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0.999</a:t>
            </a:r>
            <a:endParaRPr lang="en-US" sz="38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Voltage  R²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293522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sinusoid · 99.8% peak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74136" y="169164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1C3358"/>
          </a:solidFill>
          <a:ln w="19050">
            <a:solidFill>
              <a:srgbClr val="D98A12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65576" y="185623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98A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0.91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465576" y="2606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 R²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65576" y="293522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fundamental, phase-aligned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81344" y="169164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1C3358"/>
          </a:solidFill>
          <a:ln w="19050">
            <a:solidFill>
              <a:srgbClr val="1F8A70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72784" y="185623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99.2%</a:t>
            </a:r>
            <a:endParaRPr lang="en-US" sz="38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72784" y="2606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72784" y="293522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 11.86 K vs 11.95 K obs.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88552" y="169164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1C3358"/>
          </a:solidFill>
          <a:ln w="19050">
            <a:solidFill>
              <a:srgbClr val="9DB4D0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79992" y="185623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9DB4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94.9%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9079992" y="2606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CR5 mass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79992" y="293522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23.74 kg vs 25 kg brochure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3657600"/>
            <a:ext cx="6355080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9808" y="376732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Supply voltage — TDMS measured (blue) vs model sinusoid (red)</a:t>
            </a:r>
            <a:endParaRPr lang="en-US" sz="1400" dirty="0"/>
          </a:p>
        </p:txBody>
      </p:sp>
      <p:pic>
        <p:nvPicPr>
          <p:cNvPr id="22" name="Image 0" descr="/home/claude/deckimg/valid_vol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114800"/>
            <a:ext cx="5989320" cy="145389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49808" y="58978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0.9987 · peak 345.6 V vs 345.1 V (99.8%) · phase shift negligible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178040" y="3657600"/>
            <a:ext cx="4434840" cy="2697480"/>
          </a:xfrm>
          <a:prstGeom prst="roundRect">
            <a:avLst>
              <a:gd name="adj" fmla="val 2712"/>
            </a:avLst>
          </a:prstGeom>
          <a:solidFill>
            <a:srgbClr val="1C3358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452360" y="38404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FC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B — EXPORT IS LOSSLESS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26" name="Text 23"/>
          <p:cNvSpPr/>
          <p:nvPr/>
        </p:nvSpPr>
        <p:spPr>
          <a:xfrm>
            <a:off x="7452360" y="4297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T_motor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961120" y="4297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0.0001 K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0241280" y="4297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C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 99.99%</a:t>
            </a:r>
            <a:endParaRPr lang="en-US" sz="1400" dirty="0">
              <a:solidFill>
                <a:srgbClr val="FFC000"/>
              </a:solidFill>
            </a:endParaRPr>
          </a:p>
        </p:txBody>
      </p:sp>
      <p:sp>
        <p:nvSpPr>
          <p:cNvPr id="29" name="Text 26"/>
          <p:cNvSpPr/>
          <p:nvPr/>
        </p:nvSpPr>
        <p:spPr>
          <a:xfrm>
            <a:off x="7452360" y="47731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i_phase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961120" y="47731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0.00%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0241280" y="47731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C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1400" dirty="0">
              <a:solidFill>
                <a:srgbClr val="FFC000"/>
              </a:solidFill>
            </a:endParaRPr>
          </a:p>
        </p:txBody>
      </p:sp>
      <p:sp>
        <p:nvSpPr>
          <p:cNvPr id="32" name="Text 29"/>
          <p:cNvSpPr/>
          <p:nvPr/>
        </p:nvSpPr>
        <p:spPr>
          <a:xfrm>
            <a:off x="7452360" y="524865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P_elec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8961120" y="524865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0.0003 W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10241280" y="52486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C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 99.99%</a:t>
            </a:r>
            <a:endParaRPr lang="en-US" sz="1400" dirty="0">
              <a:solidFill>
                <a:srgbClr val="FFC000"/>
              </a:solidFill>
            </a:endParaRPr>
          </a:p>
        </p:txBody>
      </p:sp>
      <p:sp>
        <p:nvSpPr>
          <p:cNvPr id="35" name="Text 32"/>
          <p:cNvSpPr/>
          <p:nvPr/>
        </p:nvSpPr>
        <p:spPr>
          <a:xfrm>
            <a:off x="7452360" y="5806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FMU faithfully reproduces the Dymola model — the toolchain itself introduces no error.</a:t>
            </a:r>
            <a:endParaRPr lang="en-US" sz="1400" dirty="0"/>
          </a:p>
        </p:txBody>
      </p:sp>
      <p:sp>
        <p:nvSpPr>
          <p:cNvPr id="36" name="Text 28">
            <a:extLst>
              <a:ext uri="{FF2B5EF4-FFF2-40B4-BE49-F238E27FC236}">
                <a16:creationId xmlns:a16="http://schemas.microsoft.com/office/drawing/2014/main" id="{5DA87284-4CED-B19A-BE64-62BE5CBF63CF}"/>
              </a:ext>
            </a:extLst>
          </p:cNvPr>
          <p:cNvSpPr/>
          <p:nvPr/>
        </p:nvSpPr>
        <p:spPr>
          <a:xfrm>
            <a:off x="165146" y="65055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1200" b="1" dirty="0">
              <a:solidFill>
                <a:schemeClr val="tx2"/>
              </a:solidFill>
            </a:endParaRPr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64747B40-C127-A14C-56F2-2EEF4D791493}"/>
              </a:ext>
            </a:extLst>
          </p:cNvPr>
          <p:cNvSpPr/>
          <p:nvPr/>
        </p:nvSpPr>
        <p:spPr>
          <a:xfrm>
            <a:off x="11544505" y="652788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</a:rPr>
              <a:t>19</a:t>
            </a:r>
          </a:p>
        </p:txBody>
      </p:sp>
      <p:sp>
        <p:nvSpPr>
          <p:cNvPr id="38" name="Shape 6">
            <a:extLst>
              <a:ext uri="{FF2B5EF4-FFF2-40B4-BE49-F238E27FC236}">
                <a16:creationId xmlns:a16="http://schemas.microsoft.com/office/drawing/2014/main" id="{1C6BCD0C-948E-FD47-84E6-02C04E0AEAFB}"/>
              </a:ext>
            </a:extLst>
          </p:cNvPr>
          <p:cNvSpPr/>
          <p:nvPr/>
        </p:nvSpPr>
        <p:spPr>
          <a:xfrm flipV="1">
            <a:off x="0" y="914400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SCIENTIFIC HONESTY</a:t>
            </a:r>
            <a:endParaRPr lang="en-US" sz="30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residual is named and explained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Conveyor current — 50 Hz fundamental: TDMS band-passed (blue) vs FMU (red)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110642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pic>
        <p:nvPicPr>
          <p:cNvPr id="6" name="Image 0" descr="/home/claude/deckimg/valid_cur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327" y="1764792"/>
            <a:ext cx="9739745" cy="19110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393192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3233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" y="3931920"/>
            <a:ext cx="91440" cy="109728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root cause:  </a:t>
            </a:r>
            <a:r>
              <a:rPr lang="en-US" sz="16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unmodelled drive-rectifier delay. The model is grid-connected, so the line current shows a 14% amplitude offset (FMU 2.30 A vs measured 1.91 A) and a 105° phase offset (−5.83 ms). Both are the same physical effect — power electronics deliberately outside the current model scope. Localised, named, physically explained.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66928" y="51663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" y="5166360"/>
            <a:ext cx="91440" cy="77724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12" name="Text 9"/>
          <p:cNvSpPr/>
          <p:nvPr/>
        </p:nvSpPr>
        <p:spPr>
          <a:xfrm>
            <a:off x="841248" y="5230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(Phase 2):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Rs, Rr, Lm, Lσ in the Dymola 2026x identification UI → expected to cut the 14% residual to 3–5%. Calibrate on first.tdms, validate on four.tdms.</a:t>
            </a:r>
            <a:endParaRPr lang="en-US" sz="1600" dirty="0"/>
          </a:p>
        </p:txBody>
      </p:sp>
      <p:sp>
        <p:nvSpPr>
          <p:cNvPr id="13" name="Text 28">
            <a:extLst>
              <a:ext uri="{FF2B5EF4-FFF2-40B4-BE49-F238E27FC236}">
                <a16:creationId xmlns:a16="http://schemas.microsoft.com/office/drawing/2014/main" id="{E88BB71F-0C71-AB68-E61B-07D023999B59}"/>
              </a:ext>
            </a:extLst>
          </p:cNvPr>
          <p:cNvSpPr/>
          <p:nvPr/>
        </p:nvSpPr>
        <p:spPr>
          <a:xfrm>
            <a:off x="165146" y="65055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1200" b="1" dirty="0">
              <a:solidFill>
                <a:schemeClr val="tx2"/>
              </a:solidFill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07FB3F38-C40C-3FBC-4EFF-CF49EC84E3AE}"/>
              </a:ext>
            </a:extLst>
          </p:cNvPr>
          <p:cNvSpPr/>
          <p:nvPr/>
        </p:nvSpPr>
        <p:spPr>
          <a:xfrm>
            <a:off x="11544505" y="652788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</a:rPr>
              <a:t>20</a:t>
            </a:r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56960AED-3CE2-83CF-6A17-60B62130AD3D}"/>
              </a:ext>
            </a:extLst>
          </p:cNvPr>
          <p:cNvSpPr/>
          <p:nvPr/>
        </p:nvSpPr>
        <p:spPr>
          <a:xfrm flipV="1">
            <a:off x="-19050" y="795735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 ANALYSIS</a:t>
            </a:r>
            <a:endParaRPr lang="en-US" sz="30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 line spends its power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4360" y="126644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FMU was run through a full 30-second cycle; instantaneous power was integrated (E = ∫P dt) per subsystem.</a:t>
            </a:r>
            <a:endParaRPr lang="en-US" sz="1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66928" y="1965960"/>
          <a:ext cx="51206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1984248" y="3246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C5F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90.1%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92240" y="1920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Per-cycle breakdown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92240" y="2377440"/>
            <a:ext cx="201168" cy="201168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9" name="Text 6"/>
          <p:cNvSpPr/>
          <p:nvPr/>
        </p:nvSpPr>
        <p:spPr>
          <a:xfrm>
            <a:off x="681228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Conveyor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869680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3284 J  ·  108 W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607040" y="23317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C5F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90.1%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492240" y="2834640"/>
            <a:ext cx="201168" cy="201168"/>
          </a:xfrm>
          <a:prstGeom prst="ellipse">
            <a:avLst/>
          </a:prstGeom>
          <a:solidFill>
            <a:srgbClr val="D98A12"/>
          </a:solidFill>
          <a:ln/>
        </p:spPr>
      </p:sp>
      <p:sp>
        <p:nvSpPr>
          <p:cNvPr id="13" name="Text 10"/>
          <p:cNvSpPr/>
          <p:nvPr/>
        </p:nvSpPr>
        <p:spPr>
          <a:xfrm>
            <a:off x="6812280" y="278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+ PLC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869680" y="2788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J  ·  8 W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607040" y="27889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8A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6.6%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492240" y="3291840"/>
            <a:ext cx="201168" cy="201168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17" name="Text 14"/>
          <p:cNvSpPr/>
          <p:nvPr/>
        </p:nvSpPr>
        <p:spPr>
          <a:xfrm>
            <a:off x="6812280" y="3246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Pneumatic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869680" y="3246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 J  ·  4 W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607040" y="32461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8A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3.3%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492240" y="3749040"/>
            <a:ext cx="201168" cy="201168"/>
          </a:xfrm>
          <a:prstGeom prst="ellipse">
            <a:avLst/>
          </a:prstGeom>
          <a:solidFill>
            <a:srgbClr val="9DB4D0"/>
          </a:solidFill>
          <a:ln/>
        </p:spPr>
      </p:sp>
      <p:sp>
        <p:nvSpPr>
          <p:cNvPr id="21" name="Text 18"/>
          <p:cNvSpPr/>
          <p:nvPr/>
        </p:nvSpPr>
        <p:spPr>
          <a:xfrm>
            <a:off x="6812280" y="3703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XY10 steppers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869680" y="3703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 J  ·  ≈ 0 W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0607040" y="37033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9DB4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0.0%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492240" y="4206240"/>
            <a:ext cx="5120640" cy="0"/>
          </a:xfrm>
          <a:prstGeom prst="line">
            <a:avLst/>
          </a:prstGeom>
          <a:noFill/>
          <a:ln w="12700">
            <a:solidFill>
              <a:srgbClr val="DCE3E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92240" y="4297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line   </a:t>
            </a:r>
            <a:r>
              <a:rPr lang="en-US" sz="1500" dirty="0">
                <a:solidFill>
                  <a:srgbClr val="1B2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3645 J  ·  121 W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492240" y="4846320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492240" y="4846320"/>
            <a:ext cx="91440" cy="150876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28" name="Text 25"/>
          <p:cNvSpPr/>
          <p:nvPr/>
        </p:nvSpPr>
        <p:spPr>
          <a:xfrm>
            <a:off x="6766560" y="4965192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conveyor dominates by an order of magnitude because it runs continuously — making it the prime predictive-maintenance target. Its T_motor output is exposed by the model, directly supporting the Industry 5.0 sustainability pillar.</a:t>
            </a:r>
            <a:endParaRPr lang="en-US" sz="1600" dirty="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1DB77D69-D770-09AC-D95C-1104B6739E9D}"/>
              </a:ext>
            </a:extLst>
          </p:cNvPr>
          <p:cNvSpPr/>
          <p:nvPr/>
        </p:nvSpPr>
        <p:spPr>
          <a:xfrm>
            <a:off x="165146" y="65055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1200" b="1" dirty="0">
              <a:solidFill>
                <a:schemeClr val="tx2"/>
              </a:solidFill>
            </a:endParaRPr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AF0D6CF0-7772-9E86-B54E-AEF18B2EA121}"/>
              </a:ext>
            </a:extLst>
          </p:cNvPr>
          <p:cNvSpPr/>
          <p:nvPr/>
        </p:nvSpPr>
        <p:spPr>
          <a:xfrm>
            <a:off x="11544505" y="652788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21</a:t>
            </a:r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DC20B2D8-594F-EC93-B7E9-254ECAC5450D}"/>
              </a:ext>
            </a:extLst>
          </p:cNvPr>
          <p:cNvSpPr/>
          <p:nvPr/>
        </p:nvSpPr>
        <p:spPr>
          <a:xfrm flipV="1">
            <a:off x="-19050" y="795735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74B9E42D-2B1E-EF91-5B9C-A3F810EB2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316" y="1013514"/>
            <a:ext cx="8635368" cy="5844486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41A44858-95FC-CC8E-4BAC-578FD76B3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0999" y="779684"/>
            <a:ext cx="3463637" cy="233829"/>
          </a:xfrm>
          <a:prstGeom prst="rect">
            <a:avLst/>
          </a:prstGeom>
        </p:spPr>
      </p:pic>
      <p:sp>
        <p:nvSpPr>
          <p:cNvPr id="9" name="Text 39">
            <a:extLst>
              <a:ext uri="{FF2B5EF4-FFF2-40B4-BE49-F238E27FC236}">
                <a16:creationId xmlns:a16="http://schemas.microsoft.com/office/drawing/2014/main" id="{6ACECAA2-9BEB-9621-AFCA-45406CE40847}"/>
              </a:ext>
            </a:extLst>
          </p:cNvPr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</a:rPr>
              <a:t>22</a:t>
            </a: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EB1901B6-7F60-B9CF-F65E-5074AF0C39D9}"/>
              </a:ext>
            </a:extLst>
          </p:cNvPr>
          <p:cNvSpPr/>
          <p:nvPr/>
        </p:nvSpPr>
        <p:spPr>
          <a:xfrm flipV="1">
            <a:off x="0" y="692902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9C0D7318-CF3E-E64E-E589-2757567B3294}"/>
              </a:ext>
            </a:extLst>
          </p:cNvPr>
          <p:cNvSpPr/>
          <p:nvPr/>
        </p:nvSpPr>
        <p:spPr>
          <a:xfrm>
            <a:off x="566928" y="23774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ENERGY ANALYSIS GRAPH </a:t>
            </a:r>
          </a:p>
        </p:txBody>
      </p:sp>
    </p:spTree>
    <p:extLst>
      <p:ext uri="{BB962C8B-B14F-4D97-AF65-F5344CB8AC3E}">
        <p14:creationId xmlns:p14="http://schemas.microsoft.com/office/powerpoint/2010/main" val="33896138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</a:t>
            </a:r>
            <a:endParaRPr lang="en-US" sz="30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Spatial layout &amp; coupling analysis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691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Spatial representation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5528" y="20574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dimensionally-accurate 2D drawing of the full 8445 mm line — top-down and side elevation — with modelled stations coloured, out-of-scope stations greyed, and photoelectric sensors S1/S2/S3 at 250 mm spacing.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95528" y="3566160"/>
            <a:ext cx="932688" cy="548640"/>
          </a:xfrm>
          <a:prstGeom prst="rect">
            <a:avLst/>
          </a:prstGeom>
          <a:solidFill>
            <a:srgbClr val="64748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3566160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ON10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28216" y="3566160"/>
            <a:ext cx="932688" cy="548640"/>
          </a:xfrm>
          <a:prstGeom prst="rect">
            <a:avLst/>
          </a:prstGeom>
          <a:solidFill>
            <a:srgbClr val="64748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28216" y="3566160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DX10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60904" y="3566160"/>
            <a:ext cx="932688" cy="548640"/>
          </a:xfrm>
          <a:prstGeom prst="rect">
            <a:avLst/>
          </a:prstGeom>
          <a:solidFill>
            <a:srgbClr val="1F8A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60904" y="3566160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93592" y="3566160"/>
            <a:ext cx="932688" cy="548640"/>
          </a:xfrm>
          <a:prstGeom prst="rect">
            <a:avLst/>
          </a:prstGeom>
          <a:solidFill>
            <a:srgbClr val="D98A1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93592" y="3566160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XY10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26280" y="3566160"/>
            <a:ext cx="932688" cy="548640"/>
          </a:xfrm>
          <a:prstGeom prst="rect">
            <a:avLst/>
          </a:prstGeom>
          <a:solidFill>
            <a:srgbClr val="64748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3566160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VL10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528" y="4160520"/>
            <a:ext cx="4663440" cy="201168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" y="43891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conveyor — 8445 mm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795528" y="4892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height 1765 mm (incl. signal towers) · cross-line depth 1765 mm.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63640" y="150876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92240" y="1691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Coupling matrix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92240" y="20574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interactions catalogued across 8 subsystems — Supply, Cabinet, Conveyor motor &amp; frame, CR5, XY10, Pneumatic, Sensors.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92240" y="2788920"/>
            <a:ext cx="969264" cy="457200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2834640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4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endParaRPr lang="en-US" sz="1400" dirty="0"/>
          </a:p>
          <a:p>
            <a:pPr marL="0" indent="0" algn="ctr">
              <a:lnSpc>
                <a:spcPct val="8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525512" y="2788920"/>
            <a:ext cx="969264" cy="457200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25512" y="2834640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4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</a:t>
            </a:r>
            <a:endParaRPr lang="en-US" sz="1400" dirty="0"/>
          </a:p>
          <a:p>
            <a:pPr marL="0" indent="0" algn="ctr">
              <a:lnSpc>
                <a:spcPct val="8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558784" y="2788920"/>
            <a:ext cx="969264" cy="457200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58784" y="2834640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4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endParaRPr lang="en-US" sz="1400" dirty="0"/>
          </a:p>
          <a:p>
            <a:pPr marL="0" indent="0" algn="ctr">
              <a:lnSpc>
                <a:spcPct val="8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592056" y="2788920"/>
            <a:ext cx="969264" cy="457200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92056" y="2834640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4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</a:t>
            </a:r>
            <a:endParaRPr lang="en-US" sz="1400" dirty="0"/>
          </a:p>
          <a:p>
            <a:pPr marL="0" indent="0" algn="ctr">
              <a:lnSpc>
                <a:spcPct val="8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625328" y="2788920"/>
            <a:ext cx="969264" cy="457200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625328" y="2834640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4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</a:t>
            </a:r>
            <a:endParaRPr lang="en-US" sz="1400" dirty="0"/>
          </a:p>
          <a:p>
            <a:pPr marL="0" indent="0" algn="ctr">
              <a:lnSpc>
                <a:spcPct val="8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flow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92240" y="34564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9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Strong couplings — modelled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720840" y="3794760"/>
            <a:ext cx="4709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 ↔ Conveyor motor  (electrical · FMU)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Conveyor motor ↔ body  (thermal · FMU v3)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Pneumatic ↔ XY10 gripper  (EL + MEC · FMU)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Belt ↔ CR5  /  Belt ↔ XY10  (part flow · orchestration)</a:t>
            </a:r>
            <a:endParaRPr lang="en-US" sz="1400" dirty="0"/>
          </a:p>
        </p:txBody>
      </p:sp>
      <p:sp>
        <p:nvSpPr>
          <p:cNvPr id="37" name="Text 28">
            <a:extLst>
              <a:ext uri="{FF2B5EF4-FFF2-40B4-BE49-F238E27FC236}">
                <a16:creationId xmlns:a16="http://schemas.microsoft.com/office/drawing/2014/main" id="{E8EF92BF-B699-92FF-E53D-9244A37C6307}"/>
              </a:ext>
            </a:extLst>
          </p:cNvPr>
          <p:cNvSpPr/>
          <p:nvPr/>
        </p:nvSpPr>
        <p:spPr>
          <a:xfrm>
            <a:off x="165146" y="65055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1200" b="1" dirty="0">
              <a:solidFill>
                <a:schemeClr val="tx2"/>
              </a:solidFill>
            </a:endParaRPr>
          </a:p>
        </p:txBody>
      </p:sp>
      <p:sp>
        <p:nvSpPr>
          <p:cNvPr id="39" name="Text 39">
            <a:extLst>
              <a:ext uri="{FF2B5EF4-FFF2-40B4-BE49-F238E27FC236}">
                <a16:creationId xmlns:a16="http://schemas.microsoft.com/office/drawing/2014/main" id="{FE8F8EDE-DABD-5E22-731B-DEE185790461}"/>
              </a:ext>
            </a:extLst>
          </p:cNvPr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</a:rPr>
              <a:t>23</a:t>
            </a:r>
          </a:p>
        </p:txBody>
      </p:sp>
      <p:sp>
        <p:nvSpPr>
          <p:cNvPr id="40" name="Shape 6">
            <a:extLst>
              <a:ext uri="{FF2B5EF4-FFF2-40B4-BE49-F238E27FC236}">
                <a16:creationId xmlns:a16="http://schemas.microsoft.com/office/drawing/2014/main" id="{4B92EC3E-FFAF-A039-0659-4196230D2C65}"/>
              </a:ext>
            </a:extLst>
          </p:cNvPr>
          <p:cNvSpPr/>
          <p:nvPr/>
        </p:nvSpPr>
        <p:spPr>
          <a:xfrm flipV="1">
            <a:off x="0" y="692902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30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DELIVERABLES</a:t>
            </a:r>
            <a:endParaRPr lang="en-US" sz="30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of 10 delivered ·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508760"/>
            <a:ext cx="91440" cy="73152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54076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modelling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19659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51960" y="150876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51960" y="1508760"/>
            <a:ext cx="91440" cy="73152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554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modelling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19659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36992" y="150876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936992" y="1508760"/>
            <a:ext cx="91440" cy="73152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14" name="Text 12"/>
          <p:cNvSpPr/>
          <p:nvPr/>
        </p:nvSpPr>
        <p:spPr>
          <a:xfrm>
            <a:off x="8193024" y="15316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modelling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93024" y="1868285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237744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2377440"/>
            <a:ext cx="91440" cy="73152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2435075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representation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48" y="28346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251960" y="237744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51960" y="2377440"/>
            <a:ext cx="91440" cy="73152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22" name="Text 20"/>
          <p:cNvSpPr/>
          <p:nvPr/>
        </p:nvSpPr>
        <p:spPr>
          <a:xfrm>
            <a:off x="4507992" y="2366079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Coupling analysis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14919" y="273862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Delivered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936992" y="237744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936992" y="2377440"/>
            <a:ext cx="91440" cy="73152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26" name="Text 24"/>
          <p:cNvSpPr/>
          <p:nvPr/>
        </p:nvSpPr>
        <p:spPr>
          <a:xfrm>
            <a:off x="8165592" y="2411245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export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11312" y="273752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Delivered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66928" y="324612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66928" y="3246120"/>
            <a:ext cx="91440" cy="73152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30" name="Text 28"/>
          <p:cNvSpPr/>
          <p:nvPr/>
        </p:nvSpPr>
        <p:spPr>
          <a:xfrm>
            <a:off x="795528" y="327812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orchestration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41248" y="370332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Delivered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251960" y="324612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251960" y="3246120"/>
            <a:ext cx="91440" cy="73152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34" name="Text 32"/>
          <p:cNvSpPr/>
          <p:nvPr/>
        </p:nvSpPr>
        <p:spPr>
          <a:xfrm>
            <a:off x="4526280" y="3291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simulation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26280" y="364388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Delivered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936992" y="324612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936992" y="3246120"/>
            <a:ext cx="91440" cy="73152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38" name="Text 36"/>
          <p:cNvSpPr/>
          <p:nvPr/>
        </p:nvSpPr>
        <p:spPr>
          <a:xfrm>
            <a:off x="8182495" y="33044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vs measurements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11312" y="370332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Delivered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66928" y="411480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66928" y="4114800"/>
            <a:ext cx="91440" cy="73152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" y="4160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analysis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41248" y="457200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Delivered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566928" y="50749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3233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886968" y="50749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 </a:t>
            </a:r>
            <a:r>
              <a:rPr lang="en-US" sz="1600" dirty="0">
                <a:solidFill>
                  <a:srgbClr val="C9D6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fully delivered.   The two open items — sensitivity/observability and parameter identification — have their workflow and tooling (Dymola 2026x calibration UI) defined for Phase 2.</a:t>
            </a:r>
            <a:endParaRPr lang="en-US" sz="1600" dirty="0"/>
          </a:p>
        </p:txBody>
      </p:sp>
      <p:sp>
        <p:nvSpPr>
          <p:cNvPr id="44" name="Text 28">
            <a:extLst>
              <a:ext uri="{FF2B5EF4-FFF2-40B4-BE49-F238E27FC236}">
                <a16:creationId xmlns:a16="http://schemas.microsoft.com/office/drawing/2014/main" id="{60BEE97C-2D88-5045-4A2C-76436D90F385}"/>
              </a:ext>
            </a:extLst>
          </p:cNvPr>
          <p:cNvSpPr/>
          <p:nvPr/>
        </p:nvSpPr>
        <p:spPr>
          <a:xfrm>
            <a:off x="165146" y="65055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1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5761B2AD-749B-35EC-3E28-91E55AB22C42}"/>
              </a:ext>
            </a:extLst>
          </p:cNvPr>
          <p:cNvSpPr/>
          <p:nvPr/>
        </p:nvSpPr>
        <p:spPr>
          <a:xfrm>
            <a:off x="11544505" y="652788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</a:rPr>
              <a:t>24</a:t>
            </a:r>
          </a:p>
        </p:txBody>
      </p:sp>
      <p:sp>
        <p:nvSpPr>
          <p:cNvPr id="46" name="Shape 6">
            <a:extLst>
              <a:ext uri="{FF2B5EF4-FFF2-40B4-BE49-F238E27FC236}">
                <a16:creationId xmlns:a16="http://schemas.microsoft.com/office/drawing/2014/main" id="{A2D5745D-A0FC-6559-AC99-90B489104053}"/>
              </a:ext>
            </a:extLst>
          </p:cNvPr>
          <p:cNvSpPr/>
          <p:nvPr/>
        </p:nvSpPr>
        <p:spPr>
          <a:xfrm flipV="1">
            <a:off x="-38100" y="797833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64008" cy="685800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4" name="Shape 2"/>
          <p:cNvSpPr/>
          <p:nvPr/>
        </p:nvSpPr>
        <p:spPr>
          <a:xfrm>
            <a:off x="128016" y="0"/>
            <a:ext cx="64008" cy="6858000"/>
          </a:xfrm>
          <a:prstGeom prst="rect">
            <a:avLst/>
          </a:prstGeom>
          <a:solidFill>
            <a:srgbClr val="D98A12"/>
          </a:solidFill>
          <a:ln/>
        </p:spPr>
      </p:sp>
      <p:sp>
        <p:nvSpPr>
          <p:cNvPr id="5" name="Text 3"/>
          <p:cNvSpPr/>
          <p:nvPr/>
        </p:nvSpPr>
        <p:spPr>
          <a:xfrm>
            <a:off x="557784" y="327799"/>
            <a:ext cx="10339680" cy="251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0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 4"/>
          <p:cNvSpPr/>
          <p:nvPr/>
        </p:nvSpPr>
        <p:spPr>
          <a:xfrm>
            <a:off x="606551" y="445131"/>
            <a:ext cx="1123970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08000"/>
              </a:lnSpc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validated multiphysics digital model of the ALIX line — three subsystems, three physics domains — matching the real line to R² = 0.999 on voltage, 0.91 on current and 99.2% on thermal, with every residual physically explained.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06551" y="1903751"/>
            <a:ext cx="3672841" cy="4085569"/>
          </a:xfrm>
          <a:prstGeom prst="roundRect">
            <a:avLst>
              <a:gd name="adj" fmla="val 3810"/>
            </a:avLst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33486B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0003" y="2039184"/>
            <a:ext cx="457200" cy="457200"/>
          </a:xfrm>
          <a:prstGeom prst="ellipse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9" name="Text 7"/>
          <p:cNvSpPr/>
          <p:nvPr/>
        </p:nvSpPr>
        <p:spPr>
          <a:xfrm>
            <a:off x="671624" y="20225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01223" y="2121821"/>
            <a:ext cx="22540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Digital </a:t>
            </a:r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Twin</a:t>
            </a: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Successfully</a:t>
            </a: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Established</a:t>
            </a:r>
            <a:endParaRPr lang="en-US" sz="1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700003" y="3267038"/>
            <a:ext cx="3372228" cy="2369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A complete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</a:rPr>
              <a:t>multiphysics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 digital representation of the ALIX Industry 5.0 production line was successfully developed by integrating electrical, mechanical, and thermal models into a unified simulation framework.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Three major subsystems (Conveyor, CR5, XY10) were modelled and exported as FMI-compliant FMUs.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End-to-end production-line orchestration was achieved through Python. </a:t>
            </a:r>
          </a:p>
        </p:txBody>
      </p:sp>
      <p:sp>
        <p:nvSpPr>
          <p:cNvPr id="12" name="Shape 10"/>
          <p:cNvSpPr/>
          <p:nvPr/>
        </p:nvSpPr>
        <p:spPr>
          <a:xfrm>
            <a:off x="4443984" y="1903751"/>
            <a:ext cx="3782820" cy="4085568"/>
          </a:xfrm>
          <a:prstGeom prst="roundRect">
            <a:avLst>
              <a:gd name="adj" fmla="val 3810"/>
            </a:avLst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33486B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16443" y="199601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4" name="Text 12"/>
          <p:cNvSpPr/>
          <p:nvPr/>
        </p:nvSpPr>
        <p:spPr>
          <a:xfrm>
            <a:off x="4488064" y="198250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43092" y="2064313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Experimental</a:t>
            </a: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 Validation </a:t>
            </a:r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Confirms</a:t>
            </a: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 Model </a:t>
            </a:r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Reliability</a:t>
            </a:r>
            <a:endParaRPr lang="en-US" sz="1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16442" y="3544744"/>
            <a:ext cx="3569207" cy="1507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The developed models demonstrated strong agreement with real industrial measurements, validating their suitability for engineering analysis and decision support.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Voltage prediction accuracy: 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R² = 0.999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Current prediction accuracy: 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R² = 0.91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Thermal prediction accuracy: 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99.2%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FMU export fidelity exceeded 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99.99%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, confirming lossless integration between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Dymola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and Python.</a:t>
            </a:r>
          </a:p>
        </p:txBody>
      </p:sp>
      <p:sp>
        <p:nvSpPr>
          <p:cNvPr id="17" name="Shape 15"/>
          <p:cNvSpPr/>
          <p:nvPr/>
        </p:nvSpPr>
        <p:spPr>
          <a:xfrm>
            <a:off x="8453832" y="1903751"/>
            <a:ext cx="3559813" cy="4085568"/>
          </a:xfrm>
          <a:prstGeom prst="roundRect">
            <a:avLst>
              <a:gd name="adj" fmla="val 3810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33486B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86217" y="2027030"/>
            <a:ext cx="457200" cy="4572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8558784" y="20187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28760" y="2086404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Foundation for Industry 5.0 Optimization</a:t>
            </a:r>
          </a:p>
        </p:txBody>
      </p:sp>
      <p:sp>
        <p:nvSpPr>
          <p:cNvPr id="21" name="Text 19"/>
          <p:cNvSpPr/>
          <p:nvPr/>
        </p:nvSpPr>
        <p:spPr>
          <a:xfrm>
            <a:off x="8586217" y="3549671"/>
            <a:ext cx="3324048" cy="1534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Beyond simulation, the digital twin enables future predictive maintenance, energy optimization, and intelligent production-line reconfiguration.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Energy analysis identified the conveyor as the dominant consumer (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90.1% of total energy usage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).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Model architecture supports parameter identification, sensitivity analysis, and real-time monitoring. </a:t>
            </a:r>
          </a:p>
        </p:txBody>
      </p:sp>
      <p:sp>
        <p:nvSpPr>
          <p:cNvPr id="22" name="Text 20"/>
          <p:cNvSpPr/>
          <p:nvPr/>
        </p:nvSpPr>
        <p:spPr>
          <a:xfrm>
            <a:off x="822960" y="6091289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Samiksha Satre   ·   Euler Laboratory, ISAE-Supméca   ·   github.com/samikshasatre/Mechatronics-modelling-of-entire-industry-5.0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23" name="Text 28">
            <a:extLst>
              <a:ext uri="{FF2B5EF4-FFF2-40B4-BE49-F238E27FC236}">
                <a16:creationId xmlns:a16="http://schemas.microsoft.com/office/drawing/2014/main" id="{71250E6D-F6D2-B678-B062-F2C57B72ED55}"/>
              </a:ext>
            </a:extLst>
          </p:cNvPr>
          <p:cNvSpPr/>
          <p:nvPr/>
        </p:nvSpPr>
        <p:spPr>
          <a:xfrm>
            <a:off x="557784" y="651329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1200" b="1" dirty="0">
              <a:solidFill>
                <a:schemeClr val="tx2"/>
              </a:solidFill>
            </a:endParaRPr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CCC761D3-5354-83A7-A8CC-9745396B8733}"/>
              </a:ext>
            </a:extLst>
          </p:cNvPr>
          <p:cNvSpPr/>
          <p:nvPr/>
        </p:nvSpPr>
        <p:spPr>
          <a:xfrm>
            <a:off x="11544505" y="652788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ème1" id="{8B6F2118-8764-478A-86E4-C1D5536AF902}" vid="{AB981AC2-E895-480E-A60E-9FA1B1EDA1B0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Thème1</Template>
  <TotalTime>3615</TotalTime>
  <Words>2258</Words>
  <Application>Microsoft Office PowerPoint</Application>
  <PresentationFormat>Grand écran</PresentationFormat>
  <Paragraphs>449</Paragraphs>
  <Slides>25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1" baseType="lpstr">
      <vt:lpstr>Aptos Display</vt:lpstr>
      <vt:lpstr>Arial</vt:lpstr>
      <vt:lpstr>Calibri</vt:lpstr>
      <vt:lpstr>Trebuchet MS</vt:lpstr>
      <vt:lpstr>Wingdings</vt:lpstr>
      <vt:lpstr>Thème1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Mechatronics Modelling of an Entire Industry 5.0 Production Line</dc:title>
  <dc:subject>PptxGenJS Presentation</dc:subject>
  <dc:creator>Samiksha Satre</dc:creator>
  <cp:lastModifiedBy>SATRE Samiksha</cp:lastModifiedBy>
  <cp:revision>107</cp:revision>
  <dcterms:created xsi:type="dcterms:W3CDTF">2026-05-31T13:48:38Z</dcterms:created>
  <dcterms:modified xsi:type="dcterms:W3CDTF">2026-06-07T21:26:59Z</dcterms:modified>
</cp:coreProperties>
</file>